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jp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836355ada4602" /><Relationship Type="http://schemas.openxmlformats.org/officeDocument/2006/relationships/extended-properties" Target="/docProps/app.xml" Id="Rdcae15d4abb040ee" /><Relationship Type="http://schemas.openxmlformats.org/officeDocument/2006/relationships/officeDocument" Target="/ppt/presentation.xml" Id="Rea42810cf4414c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7d9d982bc43d1"/>
    <p:sldMasterId xmlns:r="http://schemas.openxmlformats.org/officeDocument/2006/relationships" id="2147483658" r:id="Rf8a9ee7ad31d474c"/>
    <p:sldMasterId xmlns:r="http://schemas.openxmlformats.org/officeDocument/2006/relationships" id="2147483668" r:id="R4a43068862cf4830"/>
    <p:sldMasterId xmlns:r="http://schemas.openxmlformats.org/officeDocument/2006/relationships" id="2147483679" r:id="Rfa3b8674ab534795"/>
  </p:sldMasterIdLst>
  <p:notesMasterIdLst>
    <p:notesMasterId xmlns:r="http://schemas.openxmlformats.org/officeDocument/2006/relationships" r:id="R6f1888a806784468"/>
  </p:notesMasterIdLst>
  <p:sldIdLst>
    <p:sldId xmlns:r="http://schemas.openxmlformats.org/officeDocument/2006/relationships" id="256" r:id="Rede0034ff72347db"/>
    <p:sldId xmlns:r="http://schemas.openxmlformats.org/officeDocument/2006/relationships" id="257" r:id="R4668941400984dec"/>
    <p:sldId xmlns:r="http://schemas.openxmlformats.org/officeDocument/2006/relationships" id="258" r:id="R9401c5bbcb074e25"/>
    <p:sldId xmlns:r="http://schemas.openxmlformats.org/officeDocument/2006/relationships" id="259" r:id="Re1bc669f5e4643aa"/>
    <p:sldId xmlns:r="http://schemas.openxmlformats.org/officeDocument/2006/relationships" id="260" r:id="R97f44308e6ca4ebd"/>
    <p:sldId xmlns:r="http://schemas.openxmlformats.org/officeDocument/2006/relationships" id="261" r:id="Rbd7b32d934b34603"/>
    <p:sldId xmlns:r="http://schemas.openxmlformats.org/officeDocument/2006/relationships" id="262" r:id="R68f639f36ec8460b"/>
    <p:sldId xmlns:r="http://schemas.openxmlformats.org/officeDocument/2006/relationships" id="263" r:id="R35a4ada69b594ff5"/>
    <p:sldId xmlns:r="http://schemas.openxmlformats.org/officeDocument/2006/relationships" id="264" r:id="Re9f9502639794782"/>
    <p:sldId xmlns:r="http://schemas.openxmlformats.org/officeDocument/2006/relationships" id="265" r:id="Rbcd701552dd845ee"/>
    <p:sldId xmlns:r="http://schemas.openxmlformats.org/officeDocument/2006/relationships" id="266" r:id="R5651f18d429c4f4d"/>
    <p:sldId xmlns:r="http://schemas.openxmlformats.org/officeDocument/2006/relationships" id="267" r:id="Rac4168d968064838"/>
    <p:sldId xmlns:r="http://schemas.openxmlformats.org/officeDocument/2006/relationships" id="268" r:id="Rbe8f1644f17b4382"/>
    <p:sldId xmlns:r="http://schemas.openxmlformats.org/officeDocument/2006/relationships" id="269" r:id="Rbf8c2768877b48b8"/>
    <p:sldId xmlns:r="http://schemas.openxmlformats.org/officeDocument/2006/relationships" id="270" r:id="Rfee00be29933499b"/>
    <p:sldId xmlns:r="http://schemas.openxmlformats.org/officeDocument/2006/relationships" id="271" r:id="Rce66210109e94ee7"/>
    <p:sldId xmlns:r="http://schemas.openxmlformats.org/officeDocument/2006/relationships" id="272" r:id="Ree0af1d6642f40a5"/>
    <p:sldId xmlns:r="http://schemas.openxmlformats.org/officeDocument/2006/relationships" id="273" r:id="R42687c8c6bf948b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8f9383e985469d" /><Relationship Type="http://schemas.openxmlformats.org/officeDocument/2006/relationships/slideMaster" Target="/ppt/slideMasters/slideMaster1.xml" Id="R0b77d9d982bc43d1" /><Relationship Type="http://schemas.openxmlformats.org/officeDocument/2006/relationships/slideMaster" Target="/ppt/slideMasters/slideMaster2.xml" Id="Rf8a9ee7ad31d474c" /><Relationship Type="http://schemas.openxmlformats.org/officeDocument/2006/relationships/slideMaster" Target="/ppt/slideMasters/slideMaster3.xml" Id="R4a43068862cf4830" /><Relationship Type="http://schemas.openxmlformats.org/officeDocument/2006/relationships/slideMaster" Target="/ppt/slideMasters/slideMaster4.xml" Id="Rfa3b8674ab534795" /><Relationship Type="http://schemas.openxmlformats.org/officeDocument/2006/relationships/notesMaster" Target="/ppt/notesMasters/notesMaster1.xml" Id="R6f1888a806784468" /><Relationship Type="http://schemas.openxmlformats.org/officeDocument/2006/relationships/presProps" Target="/ppt/presProps.xml" Id="Ree46a81ec19f4223" /><Relationship Type="http://schemas.openxmlformats.org/officeDocument/2006/relationships/tableStyles" Target="/ppt/tableStyles.xml" Id="R0dca0d7b5d0d41b9" /><Relationship Type="http://schemas.openxmlformats.org/officeDocument/2006/relationships/slide" Target="/ppt/slides/slide1.xml" Id="Rede0034ff72347db" /><Relationship Type="http://schemas.openxmlformats.org/officeDocument/2006/relationships/slide" Target="/ppt/slides/slide2.xml" Id="R4668941400984dec" /><Relationship Type="http://schemas.openxmlformats.org/officeDocument/2006/relationships/slide" Target="/ppt/slides/slide3.xml" Id="R9401c5bbcb074e25" /><Relationship Type="http://schemas.openxmlformats.org/officeDocument/2006/relationships/slide" Target="/ppt/slides/slide4.xml" Id="Re1bc669f5e4643aa" /><Relationship Type="http://schemas.openxmlformats.org/officeDocument/2006/relationships/slide" Target="/ppt/slides/slide5.xml" Id="R97f44308e6ca4ebd" /><Relationship Type="http://schemas.openxmlformats.org/officeDocument/2006/relationships/slide" Target="/ppt/slides/slide6.xml" Id="Rbd7b32d934b34603" /><Relationship Type="http://schemas.openxmlformats.org/officeDocument/2006/relationships/slide" Target="/ppt/slides/slide7.xml" Id="R68f639f36ec8460b" /><Relationship Type="http://schemas.openxmlformats.org/officeDocument/2006/relationships/slide" Target="/ppt/slides/slide8.xml" Id="R35a4ada69b594ff5" /><Relationship Type="http://schemas.openxmlformats.org/officeDocument/2006/relationships/slide" Target="/ppt/slides/slide9.xml" Id="Re9f9502639794782" /><Relationship Type="http://schemas.openxmlformats.org/officeDocument/2006/relationships/slide" Target="/ppt/slides/slide10.xml" Id="Rbcd701552dd845ee" /><Relationship Type="http://schemas.openxmlformats.org/officeDocument/2006/relationships/slide" Target="/ppt/slides/slide11.xml" Id="R5651f18d429c4f4d" /><Relationship Type="http://schemas.openxmlformats.org/officeDocument/2006/relationships/slide" Target="/ppt/slides/slide12.xml" Id="Rac4168d968064838" /><Relationship Type="http://schemas.openxmlformats.org/officeDocument/2006/relationships/slide" Target="/ppt/slides/slide13.xml" Id="Rbe8f1644f17b4382" /><Relationship Type="http://schemas.openxmlformats.org/officeDocument/2006/relationships/slide" Target="/ppt/slides/slide14.xml" Id="Rbf8c2768877b48b8" /><Relationship Type="http://schemas.openxmlformats.org/officeDocument/2006/relationships/slide" Target="/ppt/slides/slide15.xml" Id="Rfee00be29933499b" /><Relationship Type="http://schemas.openxmlformats.org/officeDocument/2006/relationships/slide" Target="/ppt/slides/slide16.xml" Id="Rce66210109e94ee7" /><Relationship Type="http://schemas.openxmlformats.org/officeDocument/2006/relationships/slide" Target="/ppt/slides/slide17.xml" Id="Ree0af1d6642f40a5" /><Relationship Type="http://schemas.openxmlformats.org/officeDocument/2006/relationships/slide" Target="/ppt/slides/slide18.xml" Id="R42687c8c6bf9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30a719ac730a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4e68c9a8bc407a" /><Relationship Type="http://schemas.openxmlformats.org/officeDocument/2006/relationships/notesMaster" Target="/ppt/notesMasters/notesMaster1.xml" Id="R2c6ea6e77236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d2ba402544820" /><Relationship Type="http://schemas.openxmlformats.org/officeDocument/2006/relationships/notesMaster" Target="/ppt/notesMasters/notesMaster1.xml" Id="Rda84c47aa523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2348886919496a" /><Relationship Type="http://schemas.openxmlformats.org/officeDocument/2006/relationships/notesMaster" Target="/ppt/notesMasters/notesMaster1.xml" Id="R66177d0a89fc49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c7bc9456740a1" /><Relationship Type="http://schemas.openxmlformats.org/officeDocument/2006/relationships/notesMaster" Target="/ppt/notesMasters/notesMaster1.xml" Id="R3994ddff1cd442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ea79f43ee4ae0" /><Relationship Type="http://schemas.openxmlformats.org/officeDocument/2006/relationships/notesMaster" Target="/ppt/notesMasters/notesMaster1.xml" Id="R8bfebe1b734944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0a86c98cec4492" /><Relationship Type="http://schemas.openxmlformats.org/officeDocument/2006/relationships/notesMaster" Target="/ppt/notesMasters/notesMaster1.xml" Id="R16766372c94e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117d6b27c4305" /><Relationship Type="http://schemas.openxmlformats.org/officeDocument/2006/relationships/notesMaster" Target="/ppt/notesMasters/notesMaster1.xml" Id="R951ad5544f0b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a7266aff847d2" /><Relationship Type="http://schemas.openxmlformats.org/officeDocument/2006/relationships/notesMaster" Target="/ppt/notesMasters/notesMaster1.xml" Id="R291d00971a5a4a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e4db138ec9411a" /><Relationship Type="http://schemas.openxmlformats.org/officeDocument/2006/relationships/notesMaster" Target="/ppt/notesMasters/notesMaster1.xml" Id="Re7b3f71bc24448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a4cff17b594203" /><Relationship Type="http://schemas.openxmlformats.org/officeDocument/2006/relationships/notesMaster" Target="/ppt/notesMasters/notesMaster1.xml" Id="Ra1b4ef12e9a947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ef9ef51fc64f2a" /><Relationship Type="http://schemas.openxmlformats.org/officeDocument/2006/relationships/notesMaster" Target="/ppt/notesMasters/notesMaster1.xml" Id="R262c3d7acd8848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69f135612343d5" /><Relationship Type="http://schemas.openxmlformats.org/officeDocument/2006/relationships/notesMaster" Target="/ppt/notesMasters/notesMaster1.xml" Id="R57a20626da6648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8c27b730564852" /><Relationship Type="http://schemas.openxmlformats.org/officeDocument/2006/relationships/notesMaster" Target="/ppt/notesMasters/notesMaster1.xml" Id="R67c77763404249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6156a248204706" /><Relationship Type="http://schemas.openxmlformats.org/officeDocument/2006/relationships/notesMaster" Target="/ppt/notesMasters/notesMaster1.xml" Id="R2c785f3ee3c244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b516c296564ddf" /><Relationship Type="http://schemas.openxmlformats.org/officeDocument/2006/relationships/notesMaster" Target="/ppt/notesMasters/notesMaster1.xml" Id="Rfc749f9c951746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f5c36d7fc24679" /><Relationship Type="http://schemas.openxmlformats.org/officeDocument/2006/relationships/notesMaster" Target="/ppt/notesMasters/notesMaster1.xml" Id="R582d172f220b47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6ebc0c96147a9" /><Relationship Type="http://schemas.openxmlformats.org/officeDocument/2006/relationships/notesMaster" Target="/ppt/notesMasters/notesMaster1.xml" Id="Rf22b5b704acb42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960fe39f4f4042" /><Relationship Type="http://schemas.openxmlformats.org/officeDocument/2006/relationships/notesMaster" Target="/ppt/notesMasters/notesMaster1.xml" Id="R9193c5317a7d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안녕하세요. 저는 HireMe를 만들고 있는 박상준입니다. 오늘은 완성된 사업 모델보다, 에이전트를 만들고 다른 사람에게 공유하려다 부딪힌 경험을 말씀드리려고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저는 AI 제품을 직접 만들고 실험하는 빌더입니다. 블록체인 개발 경험과 해커톤 프로젝트를 거쳐, 지금은 에이전트의 공유와 보상 구조를 구현해보고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먼저 이런 질문에서 시작했습니다. 왜 잘 만든 에이전트는 다른 사람에게 쉽게 공유되지 않을까요?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일반적인 에이전트를 만드는 것 자체는 어렵지 않았습니다. 하지만 업무에 바로 쓸 수 있는 결과를 내려면 좋은 결과의 기준, 상황별 판단, 실패를 피하는 예외를 가르쳐야 했습니다. 이 노하우가 없으면 더 많은 시간과 토큰으로 시행착오를 반복하게 됐습니다.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저도 캐릭터를 상황에 맞게 변형하는 에이전트를 만들어봤습니다. 결과는 만들었지만, 무엇을 유지하고 무엇을 바꿔야 하는지에 대한 디자인 기준이 부족했습니다.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반면 디자이너 친구가 만든 에이전트는 캐릭터의 인상과 실루엣, 스타일을 일관되게 지켰습니다. 모델의 차이보다 그 안에 담긴 사람의 전문성이 결과를 바꾼다는 걸 체감했습니다.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그런데 에이전트가 좋아질수록 역설적으로 만든 사람만 쓰게 됐습니다. 공유하려면 프롬프트와 작업 방식까지 넘겨야 한다는 느낌이 들었기 때문입니다.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공유를 시도하니 세 가지 문제가 보였습니다. 노하우가 그대로 노출되고, 에이전트가 나를 대신할 수 있다는 불안이 생기고, 사용되더라도 만든 사람에게 보상이 돌아오지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그래서 두 번째 질문으로 넘어갔습니다. 노하우를 지키면서도 에이전트를 안전하게 공유하려면 무엇이 필요할까요?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첫째, 공유와 공개는 달라야 합니다. 사용자는 에이전트의 기능과 결과를 이용하지만, 제작자의 프롬프트와 판단 기준은 보지 않아도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둘째, 공유 이후에도 제작자가 에이전트를 관리할 수 있어야 합니다. 공개 상태와 버전, 사용 기록을 확인하고 필요하면 업데이트하거나 멈출 수 있어야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셋째, 에이전트가 만든 가치가 제작자에게도 돌아가야 합니다. 이 화면은 실행당 또는 구독 가격을 정하는 프로토타입입니다. 아직 완성된 결제 시스템이 아니라, 보상이 가능한 구조를 실험하는 단계입니다.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세 가지 조건을 실제 제품으로 구현해보기 위해 HireMe를 만들었습니다.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HireMe에서는 사용자가 필요한 일을 기준으로 에이전트를 찾습니다. 공개된 역할과 결과 예시, 가격을 보고 자신에게 맞는 에이전트를 고용합니다.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상세 화면에서는 무엇을 잘하는지와 받을 수 있는 결과를 확인합니다. 내부 작업 방식은 공개하지 않고, 사용자에게 필요한 신뢰 정보만 보여주는 방식을 실험하고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고용한 뒤에는 대화에서 바로 일을 맡깁니다. 사용자는 작업 맥락을 주고 결과를 검토하며 다시 요청하고, 제작자의 비공개 노하우는 실행 과정 안에 남습니다.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제가 지금 내린 답은 이렇습니다. 에이전트를 공유한다는 것은 프롬프트를 넘기는 일이 아니라, 누군가의 전문성을 고용할 수 있게 만드는 일입니다. 다만 신뢰와 책임, 공정한 보상은 여전히 더 풀어야 할 질문입니다.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HireMe는 아직 진행 중인 실험입니다. 좋은 에이전트가 개인의 도구에만 머물지 않으려면 무엇이 더 필요할지, 오늘 여러분의 경험도 함께 듣고 싶습니다.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f76937cd54870" /><Relationship Type="http://schemas.openxmlformats.org/officeDocument/2006/relationships/image" Target="/ppt/media/image.jpg" Id="R4eabd2fac76542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423e41d1d49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3e821af5b44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ca068e48d4a1b" /><Relationship Type="http://schemas.openxmlformats.org/officeDocument/2006/relationships/image" Target="/ppt/media/image2.jpg" Id="R59618375013245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9f99d1a8c4830" /><Relationship Type="http://schemas.openxmlformats.org/officeDocument/2006/relationships/image" Target="/ppt/media/image3.jpg" Id="R408b7e7348374b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4f2af09204b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9366bf8b345e3" /><Relationship Type="http://schemas.openxmlformats.org/officeDocument/2006/relationships/image" Target="/ppt/media/image4.jpg" Id="R4ba0d84600f245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e13a06b9a42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5554926014ee6" /><Relationship Type="http://schemas.openxmlformats.org/officeDocument/2006/relationships/image" Target="/ppt/media/image5.jpg" Id="Re1fa0c2cfeeb4f7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063362da914823" /><Relationship Type="http://schemas.openxmlformats.org/officeDocument/2006/relationships/image" Target="/ppt/media/image.jpg" Id="Rbe80d756c18d47e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c84eca022245e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1ee217ee2b493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f730bfe16e40ff" /><Relationship Type="http://schemas.openxmlformats.org/officeDocument/2006/relationships/image" Target="/ppt/media/image2.jpg" Id="R33cd569acecd493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43391056154dd3" /><Relationship Type="http://schemas.openxmlformats.org/officeDocument/2006/relationships/image" Target="/ppt/media/image3.jpg" Id="Rf25e7da3fda5413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0a52cff3844e0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6d0743cc5f46e9" /><Relationship Type="http://schemas.openxmlformats.org/officeDocument/2006/relationships/image" Target="/ppt/media/image4.jpg" Id="R3a9afa8961f54ef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76b1c8eb12417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354bbdd5a14e73" /><Relationship Type="http://schemas.openxmlformats.org/officeDocument/2006/relationships/image" Target="/ppt/media/image5.jpg" Id="Rb67d778b4d14429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5e843a2f4eb4b38" /><Relationship Type="http://schemas.openxmlformats.org/officeDocument/2006/relationships/image" Target="/ppt/media/image.jpg" Id="R1f538bd65962462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16755b89cd47a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9f812fffebf4a0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e49eb2bf67470e" /><Relationship Type="http://schemas.openxmlformats.org/officeDocument/2006/relationships/image" Target="/ppt/media/image2.jpg" Id="Re59b0a2525e7432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bd319a3fdb4495" /><Relationship Type="http://schemas.openxmlformats.org/officeDocument/2006/relationships/image" Target="/ppt/media/image3.jpg" Id="Rf19405eb16da413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cd8638ce11c44e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c5ac48157346e7" /><Relationship Type="http://schemas.openxmlformats.org/officeDocument/2006/relationships/image" Target="/ppt/media/image4.jpg" Id="Rf36eb08ac5a6470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6836ded562a4ff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e96f5dbb9324f60" /><Relationship Type="http://schemas.openxmlformats.org/officeDocument/2006/relationships/image" Target="/ppt/media/image5.jpg" Id="Rdf819e8b7c07491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1da9288f87348e2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9e78474c99d4389" /><Relationship Type="http://schemas.openxmlformats.org/officeDocument/2006/relationships/image" Target="/ppt/media/image.jpg" Id="R6af1c1ba02584279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cec533218a04807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c63292bcfca4e2b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1db47cdf86e4cdf" /><Relationship Type="http://schemas.openxmlformats.org/officeDocument/2006/relationships/image" Target="/ppt/media/image2.jpg" Id="Rae5aa4e92194419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d5a6d6687ea431a" /><Relationship Type="http://schemas.openxmlformats.org/officeDocument/2006/relationships/image" Target="/ppt/media/image3.jpg" Id="R5dfbe3af3fc84cad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874dad29d82490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2f9f99366e247a9" /><Relationship Type="http://schemas.openxmlformats.org/officeDocument/2006/relationships/image" Target="/ppt/media/image4.jpg" Id="Re251fe5b03e44af8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9647fdce1bf45b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0bc9efe9dbf4d02" /><Relationship Type="http://schemas.openxmlformats.org/officeDocument/2006/relationships/image" Target="/ppt/media/image5.jpg" Id="Rf548f243dbf9440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38B64688-B775-43B0-98C4-8DBC59FE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00" y="3251025"/>
            <a:ext cx="5086500" cy="19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F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2" name="Google Shape;12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bd2fac76542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9DC48AF1-A382-4F29-A873-EC00309749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321700"/>
            <a:ext cx="6659400" cy="160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FEDAA7B-E8F9-4BCB-A691-0599C3774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124A0DB0-CA00-44A7-B94C-47E49DB77069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311700" y="3986400"/>
            <a:ext cx="8520600" cy="6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057A67A0-5769-4212-83D5-0642F4B9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DBF28B4-048B-4FDC-9ED1-25F515BEA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29056804-C67C-40FA-A557-357795335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섹션 헤더 3">
  <p:cSld name="SECTION_HEADER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290E3900-F27D-4557-9211-59B39DDE9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750" y="652475"/>
            <a:ext cx="50073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0874A13E-751D-40C3-9FBF-17EFF7DAD9B7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45850" y="1567225"/>
            <a:ext cx="38604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1E5C22E1-A139-4DBF-96AE-1A730A5E106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1772676" y="4289979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13E1911B-E830-48CA-A310-8B95FAB6408C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772676" y="4504100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7ADD96AD-4C49-4CE3-9905-3D511FDB742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164230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B0C4A14-7409-4DF9-8EC1-C47E75B4F7B1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994075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0C6BDA8-DEE6-4343-A237-C6B3DE238080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34585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섹션 헤더 2">
  <p:cSld name="SECTION_HEADER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29;p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183750132450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FF06C0AF-F4D7-4F51-98AB-45EDC150B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D8C4AE2C-59D9-4176-97C5-64F78D8D0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BA30168F-4388-4FB3-8B94-B340FC65B5F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섹션 헤더 1">
  <p:cSld name="SECTION_HEADER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34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b7e7348374bc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01437C79-EB0B-4E23-8977-C7D7F1463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3825" y="1864775"/>
            <a:ext cx="51039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78CCFDD9-10FA-444D-AAC8-0837E46089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26D678F7-C999-497A-B9DD-BDF3073C299C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308100" y="3443300"/>
            <a:ext cx="2221500" cy="5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Hepta Slab SemiBold"/>
                <a:ea typeface="Hepta Slab SemiBold"/>
                <a:cs typeface="Hepta Slab SemiBol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7">
            <a:extLst xmlns:a="http://schemas.openxmlformats.org/drawingml/2006/main">
              <a:ext uri="{FF2B5EF4-FFF2-40B4-BE49-F238E27FC236}">
                <a16:creationId xmlns:a16="http://schemas.microsoft.com/office/drawing/2014/main" id="{ED10EAC0-4556-4E42-97E3-8EC2EE0CC2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0292A0D3-7B50-4A20-A831-3D904A78D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1C5D7968-216C-43C4-AA22-73D330C7AE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제목 및 본문 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4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0d84600f2459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64BDB6B1-1451-4EBC-BDC4-4E4B76D8E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8900" y="526814"/>
            <a:ext cx="7197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8">
            <a:extLst xmlns:a="http://schemas.openxmlformats.org/drawingml/2006/main">
              <a:ext uri="{FF2B5EF4-FFF2-40B4-BE49-F238E27FC236}">
                <a16:creationId xmlns:a16="http://schemas.microsoft.com/office/drawing/2014/main" id="{1535106A-5B1E-4CE4-9380-2B7D0A0818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8900" y="1173688"/>
            <a:ext cx="8121600" cy="33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6" name="Google Shape;46;p8">
            <a:extLst xmlns:a="http://schemas.openxmlformats.org/drawingml/2006/main">
              <a:ext uri="{FF2B5EF4-FFF2-40B4-BE49-F238E27FC236}">
                <a16:creationId xmlns:a16="http://schemas.microsoft.com/office/drawing/2014/main" id="{2D64503A-6BA0-4499-B1F6-3B388C102D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BFDEE117-FA89-4588-8F3B-ECB95547B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9FBCEDFD-FDB7-4E86-B176-BC9CA4312E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0" name="Google Shape;50;p9">
            <a:extLst xmlns:a="http://schemas.openxmlformats.org/drawingml/2006/main">
              <a:ext uri="{FF2B5EF4-FFF2-40B4-BE49-F238E27FC236}">
                <a16:creationId xmlns:a16="http://schemas.microsoft.com/office/drawing/2014/main" id="{88CA9C7D-4C6E-4CDD-A7A2-E7CC94C1CE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7BF0868C-DC01-48E5-B311-13CECB0228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0">
            <a:extLst xmlns:a="http://schemas.openxmlformats.org/drawingml/2006/main">
              <a:ext uri="{FF2B5EF4-FFF2-40B4-BE49-F238E27FC236}">
                <a16:creationId xmlns:a16="http://schemas.microsoft.com/office/drawing/2014/main" id="{FE855975-A793-47E9-BB15-C2EF928E8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54" name="Google Shape;54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a0c2cfeeb4f7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73A0DBAE-DBEE-4148-869F-408E7772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00" y="3251025"/>
            <a:ext cx="5086500" cy="19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F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62" name="Google Shape;62;p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0d756c18d47e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FF9C4272-14A5-48E3-9FBF-F47675890F2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321700"/>
            <a:ext cx="6659400" cy="160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73AFFFA2-2AC0-4E03-B857-E2288FDDEF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65" name="Google Shape;65;p12">
            <a:extLst xmlns:a="http://schemas.openxmlformats.org/drawingml/2006/main">
              <a:ext uri="{FF2B5EF4-FFF2-40B4-BE49-F238E27FC236}">
                <a16:creationId xmlns:a16="http://schemas.microsoft.com/office/drawing/2014/main" id="{0BFA49E5-A3D9-418F-8B04-77935605AA0C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311700" y="3986400"/>
            <a:ext cx="8520600" cy="6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6" name="Google Shape;66;p12">
            <a:extLst xmlns:a="http://schemas.openxmlformats.org/drawingml/2006/main">
              <a:ext uri="{FF2B5EF4-FFF2-40B4-BE49-F238E27FC236}">
                <a16:creationId xmlns:a16="http://schemas.microsoft.com/office/drawing/2014/main" id="{E702FC71-A6BC-4EAD-BBC3-4D8D116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3">
            <a:extLst xmlns:a="http://schemas.openxmlformats.org/drawingml/2006/main">
              <a:ext uri="{FF2B5EF4-FFF2-40B4-BE49-F238E27FC236}">
                <a16:creationId xmlns:a16="http://schemas.microsoft.com/office/drawing/2014/main" id="{1167F28B-101C-48F7-A530-3E0C93757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9" name="Google Shape;69;p13">
            <a:extLst xmlns:a="http://schemas.openxmlformats.org/drawingml/2006/main">
              <a:ext uri="{FF2B5EF4-FFF2-40B4-BE49-F238E27FC236}">
                <a16:creationId xmlns:a16="http://schemas.microsoft.com/office/drawing/2014/main" id="{955AE8C9-66EB-42FC-BBA5-E1726E618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섹션 헤더 3">
  <p:cSld name="SECTION_HEADER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14">
            <a:extLst xmlns:a="http://schemas.openxmlformats.org/drawingml/2006/main">
              <a:ext uri="{FF2B5EF4-FFF2-40B4-BE49-F238E27FC236}">
                <a16:creationId xmlns:a16="http://schemas.microsoft.com/office/drawing/2014/main" id="{3CCCE448-A53C-4170-AB1B-C43A2C36D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750" y="652475"/>
            <a:ext cx="50073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72" name="Google Shape;72;p14">
            <a:extLst xmlns:a="http://schemas.openxmlformats.org/drawingml/2006/main">
              <a:ext uri="{FF2B5EF4-FFF2-40B4-BE49-F238E27FC236}">
                <a16:creationId xmlns:a16="http://schemas.microsoft.com/office/drawing/2014/main" id="{FA0C8EE6-3740-4D03-8E75-85D4C3BC0B7D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45850" y="1567225"/>
            <a:ext cx="38604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73" name="Google Shape;73;p14">
            <a:extLst xmlns:a="http://schemas.openxmlformats.org/drawingml/2006/main">
              <a:ext uri="{FF2B5EF4-FFF2-40B4-BE49-F238E27FC236}">
                <a16:creationId xmlns:a16="http://schemas.microsoft.com/office/drawing/2014/main" id="{46C7CD33-B7DB-43F3-A48E-32842ECF5BE0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1772676" y="4289979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4" name="Google Shape;74;p14">
            <a:extLst xmlns:a="http://schemas.openxmlformats.org/drawingml/2006/main">
              <a:ext uri="{FF2B5EF4-FFF2-40B4-BE49-F238E27FC236}">
                <a16:creationId xmlns:a16="http://schemas.microsoft.com/office/drawing/2014/main" id="{50158883-410A-40C2-BF9F-0150DFADEF1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772676" y="4504100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5" name="Google Shape;75;p14">
            <a:extLst xmlns:a="http://schemas.openxmlformats.org/drawingml/2006/main">
              <a:ext uri="{FF2B5EF4-FFF2-40B4-BE49-F238E27FC236}">
                <a16:creationId xmlns:a16="http://schemas.microsoft.com/office/drawing/2014/main" id="{8A2AF044-208A-4E67-B5CD-44B3BB92D8FA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164230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6" name="Google Shape;76;p14">
            <a:extLst xmlns:a="http://schemas.openxmlformats.org/drawingml/2006/main">
              <a:ext uri="{FF2B5EF4-FFF2-40B4-BE49-F238E27FC236}">
                <a16:creationId xmlns:a16="http://schemas.microsoft.com/office/drawing/2014/main" id="{B76660E2-2173-4B0F-BF6D-CADE8B2952B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994075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7" name="Google Shape;77;p14">
            <a:extLst xmlns:a="http://schemas.openxmlformats.org/drawingml/2006/main">
              <a:ext uri="{FF2B5EF4-FFF2-40B4-BE49-F238E27FC236}">
                <a16:creationId xmlns:a16="http://schemas.microsoft.com/office/drawing/2014/main" id="{D765EED1-4499-44E1-AE54-B69CB6EF8CD9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34585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섹션 헤더 2">
  <p:cSld name="SECTION_HEADER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79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d569acecd49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1A863B95-DBFA-4DA5-A489-DADF81786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F6747475-809E-4F10-AB8C-5BBD073B54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648B2BC9-EAC1-4CF7-A114-F842E7E0C5B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섹션 헤더 1">
  <p:cSld name="SECTION_HEADER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84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e7da3fda541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6">
            <a:extLst xmlns:a="http://schemas.openxmlformats.org/drawingml/2006/main">
              <a:ext uri="{FF2B5EF4-FFF2-40B4-BE49-F238E27FC236}">
                <a16:creationId xmlns:a16="http://schemas.microsoft.com/office/drawing/2014/main" id="{D0932677-9D60-4A3A-AEDD-73162EDD4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3825" y="1864775"/>
            <a:ext cx="51039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6" name="Google Shape;86;p16">
            <a:extLst xmlns:a="http://schemas.openxmlformats.org/drawingml/2006/main">
              <a:ext uri="{FF2B5EF4-FFF2-40B4-BE49-F238E27FC236}">
                <a16:creationId xmlns:a16="http://schemas.microsoft.com/office/drawing/2014/main" id="{B498904A-04C3-4A60-B02F-A8684707F9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87" name="Google Shape;87;p16">
            <a:extLst xmlns:a="http://schemas.openxmlformats.org/drawingml/2006/main">
              <a:ext uri="{FF2B5EF4-FFF2-40B4-BE49-F238E27FC236}">
                <a16:creationId xmlns:a16="http://schemas.microsoft.com/office/drawing/2014/main" id="{EE60CADA-F81D-4AB0-A689-DF527EA84F8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308100" y="3443300"/>
            <a:ext cx="2221500" cy="5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Hepta Slab SemiBold"/>
                <a:ea typeface="Hepta Slab SemiBold"/>
                <a:cs typeface="Hepta Slab SemiBol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586366B5-B7C1-48DF-B5F3-8F9C908A1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EE6D5C4A-F7AB-48D1-BC35-E7A274AA9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DED6FB25-EDAD-4A04-BAEA-46DF181895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제목 및 본문 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93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afa8961f54e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D6FDA222-0988-4F99-A3A9-5F9D8D86E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8900" y="526814"/>
            <a:ext cx="7197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28399BAA-4CDC-4F25-8953-023DABB0AE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8900" y="1173688"/>
            <a:ext cx="8121600" cy="33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6" name="Google Shape;96;p18">
            <a:extLst xmlns:a="http://schemas.openxmlformats.org/drawingml/2006/main">
              <a:ext uri="{FF2B5EF4-FFF2-40B4-BE49-F238E27FC236}">
                <a16:creationId xmlns:a16="http://schemas.microsoft.com/office/drawing/2014/main" id="{EC60981B-C1A0-45AB-8F3B-EF07E0D07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19">
            <a:extLst xmlns:a="http://schemas.openxmlformats.org/drawingml/2006/main">
              <a:ext uri="{FF2B5EF4-FFF2-40B4-BE49-F238E27FC236}">
                <a16:creationId xmlns:a16="http://schemas.microsoft.com/office/drawing/2014/main" id="{9C695DC3-89D4-4828-86A5-BE2F0573B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19">
            <a:extLst xmlns:a="http://schemas.openxmlformats.org/drawingml/2006/main">
              <a:ext uri="{FF2B5EF4-FFF2-40B4-BE49-F238E27FC236}">
                <a16:creationId xmlns:a16="http://schemas.microsoft.com/office/drawing/2014/main" id="{520D8F1C-2E1B-434B-AB95-32A379778F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DD844346-AD4C-4A17-89C5-B07A90E66F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6792E1E4-8A5B-43C0-8966-4D0DEA47FC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20">
            <a:extLst xmlns:a="http://schemas.openxmlformats.org/drawingml/2006/main">
              <a:ext uri="{FF2B5EF4-FFF2-40B4-BE49-F238E27FC236}">
                <a16:creationId xmlns:a16="http://schemas.microsoft.com/office/drawing/2014/main" id="{A196B241-F9CD-44A2-B22C-CF41496FA9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104" name="Google Shape;104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778b4d1442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22">
            <a:extLst xmlns:a="http://schemas.openxmlformats.org/drawingml/2006/main">
              <a:ext uri="{FF2B5EF4-FFF2-40B4-BE49-F238E27FC236}">
                <a16:creationId xmlns:a16="http://schemas.microsoft.com/office/drawing/2014/main" id="{023F8A4B-AB5A-4326-AB15-87A76A2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00" y="3251025"/>
            <a:ext cx="5086500" cy="19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F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14" name="Google Shape;114;p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38bd6596246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5" name="Google Shape;115;p22">
            <a:extLst xmlns:a="http://schemas.openxmlformats.org/drawingml/2006/main">
              <a:ext uri="{FF2B5EF4-FFF2-40B4-BE49-F238E27FC236}">
                <a16:creationId xmlns:a16="http://schemas.microsoft.com/office/drawing/2014/main" id="{A63107A3-98B3-40AD-AE66-D2402C32DF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321700"/>
            <a:ext cx="6659400" cy="160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6" name="Google Shape;116;p22">
            <a:extLst xmlns:a="http://schemas.openxmlformats.org/drawingml/2006/main">
              <a:ext uri="{FF2B5EF4-FFF2-40B4-BE49-F238E27FC236}">
                <a16:creationId xmlns:a16="http://schemas.microsoft.com/office/drawing/2014/main" id="{963BCA57-610E-4866-8F81-D166AD37C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17" name="Google Shape;117;p22">
            <a:extLst xmlns:a="http://schemas.openxmlformats.org/drawingml/2006/main">
              <a:ext uri="{FF2B5EF4-FFF2-40B4-BE49-F238E27FC236}">
                <a16:creationId xmlns:a16="http://schemas.microsoft.com/office/drawing/2014/main" id="{25B73325-1D89-4CBF-8DD0-7E759F19202A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311700" y="3986400"/>
            <a:ext cx="8520600" cy="6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8" name="Google Shape;118;p22">
            <a:extLst xmlns:a="http://schemas.openxmlformats.org/drawingml/2006/main">
              <a:ext uri="{FF2B5EF4-FFF2-40B4-BE49-F238E27FC236}">
                <a16:creationId xmlns:a16="http://schemas.microsoft.com/office/drawing/2014/main" id="{39E42852-4C9E-45D7-B203-164D3172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3">
            <a:extLst xmlns:a="http://schemas.openxmlformats.org/drawingml/2006/main">
              <a:ext uri="{FF2B5EF4-FFF2-40B4-BE49-F238E27FC236}">
                <a16:creationId xmlns:a16="http://schemas.microsoft.com/office/drawing/2014/main" id="{14A52515-ABA1-4B0F-B1CE-F44D8B6643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21" name="Google Shape;121;p23">
            <a:extLst xmlns:a="http://schemas.openxmlformats.org/drawingml/2006/main">
              <a:ext uri="{FF2B5EF4-FFF2-40B4-BE49-F238E27FC236}">
                <a16:creationId xmlns:a16="http://schemas.microsoft.com/office/drawing/2014/main" id="{C523CA34-B5C1-46A7-BC5F-D7283F588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섹션 헤더 3">
  <p:cSld name="SECTION_HEADER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C8A8F01E-BEA4-46D6-937C-DB602E662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750" y="652475"/>
            <a:ext cx="50073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D70F38F4-D153-40CF-8B50-3AE888ECE59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45850" y="1567225"/>
            <a:ext cx="38604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9C4ECE9B-D811-41E6-A0BC-5719C5ECE03C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1772676" y="4289979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6B242B37-4CD1-4210-B4AE-B47E2E462372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772676" y="4504100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27" name="Google Shape;127;p24">
            <a:extLst xmlns:a="http://schemas.openxmlformats.org/drawingml/2006/main">
              <a:ext uri="{FF2B5EF4-FFF2-40B4-BE49-F238E27FC236}">
                <a16:creationId xmlns:a16="http://schemas.microsoft.com/office/drawing/2014/main" id="{9F835BBA-9B86-4CE1-9C52-5B0F588F540E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164230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8" name="Google Shape;128;p24">
            <a:extLst xmlns:a="http://schemas.openxmlformats.org/drawingml/2006/main">
              <a:ext uri="{FF2B5EF4-FFF2-40B4-BE49-F238E27FC236}">
                <a16:creationId xmlns:a16="http://schemas.microsoft.com/office/drawing/2014/main" id="{0DEBEB70-0CCD-46D1-B4EA-5B638CCD15DE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994075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9" name="Google Shape;129;p24">
            <a:extLst xmlns:a="http://schemas.openxmlformats.org/drawingml/2006/main">
              <a:ext uri="{FF2B5EF4-FFF2-40B4-BE49-F238E27FC236}">
                <a16:creationId xmlns:a16="http://schemas.microsoft.com/office/drawing/2014/main" id="{D860D9BB-FED8-480A-B0AA-349FE4D149D4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34585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matchingName="섹션 헤더 2">
  <p:cSld name="SECTION_HEADER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31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b0a2525e7432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2" name="Google Shape;132;p25">
            <a:extLst xmlns:a="http://schemas.openxmlformats.org/drawingml/2006/main">
              <a:ext uri="{FF2B5EF4-FFF2-40B4-BE49-F238E27FC236}">
                <a16:creationId xmlns:a16="http://schemas.microsoft.com/office/drawing/2014/main" id="{3AD50091-B509-44DD-8BD7-915359B96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3" name="Google Shape;133;p25">
            <a:extLst xmlns:a="http://schemas.openxmlformats.org/drawingml/2006/main">
              <a:ext uri="{FF2B5EF4-FFF2-40B4-BE49-F238E27FC236}">
                <a16:creationId xmlns:a16="http://schemas.microsoft.com/office/drawing/2014/main" id="{35291685-92CE-478D-93F2-135A2D1C34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4" name="Google Shape;134;p25">
            <a:extLst xmlns:a="http://schemas.openxmlformats.org/drawingml/2006/main">
              <a:ext uri="{FF2B5EF4-FFF2-40B4-BE49-F238E27FC236}">
                <a16:creationId xmlns:a16="http://schemas.microsoft.com/office/drawing/2014/main" id="{2E87260B-6926-4E16-8706-EE57CB3374A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matchingName="섹션 헤더 1">
  <p:cSld name="SECTION_HEADER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36;p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405eb16da41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26">
            <a:extLst xmlns:a="http://schemas.openxmlformats.org/drawingml/2006/main">
              <a:ext uri="{FF2B5EF4-FFF2-40B4-BE49-F238E27FC236}">
                <a16:creationId xmlns:a16="http://schemas.microsoft.com/office/drawing/2014/main" id="{7F077040-E2F2-4DCA-8B6E-B46D95E9E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3825" y="1864775"/>
            <a:ext cx="51039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8" name="Google Shape;138;p26">
            <a:extLst xmlns:a="http://schemas.openxmlformats.org/drawingml/2006/main">
              <a:ext uri="{FF2B5EF4-FFF2-40B4-BE49-F238E27FC236}">
                <a16:creationId xmlns:a16="http://schemas.microsoft.com/office/drawing/2014/main" id="{B849D76E-5BB2-4469-901A-163CBF7304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39" name="Google Shape;139;p26">
            <a:extLst xmlns:a="http://schemas.openxmlformats.org/drawingml/2006/main">
              <a:ext uri="{FF2B5EF4-FFF2-40B4-BE49-F238E27FC236}">
                <a16:creationId xmlns:a16="http://schemas.microsoft.com/office/drawing/2014/main" id="{9F926AE5-F4BF-414A-92E4-50A6009BCE71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308100" y="3443300"/>
            <a:ext cx="2221500" cy="5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Hepta Slab SemiBold"/>
                <a:ea typeface="Hepta Slab SemiBold"/>
                <a:cs typeface="Hepta Slab SemiBol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Google Shape;141;p27">
            <a:extLst xmlns:a="http://schemas.openxmlformats.org/drawingml/2006/main">
              <a:ext uri="{FF2B5EF4-FFF2-40B4-BE49-F238E27FC236}">
                <a16:creationId xmlns:a16="http://schemas.microsoft.com/office/drawing/2014/main" id="{73C9F47A-B0A2-42F9-BB97-96CA85341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2" name="Google Shape;142;p27">
            <a:extLst xmlns:a="http://schemas.openxmlformats.org/drawingml/2006/main">
              <a:ext uri="{FF2B5EF4-FFF2-40B4-BE49-F238E27FC236}">
                <a16:creationId xmlns:a16="http://schemas.microsoft.com/office/drawing/2014/main" id="{E39C4CFE-47EB-41D1-88C6-B21CFD8F02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3" name="Google Shape;143;p27">
            <a:extLst xmlns:a="http://schemas.openxmlformats.org/drawingml/2006/main">
              <a:ext uri="{FF2B5EF4-FFF2-40B4-BE49-F238E27FC236}">
                <a16:creationId xmlns:a16="http://schemas.microsoft.com/office/drawing/2014/main" id="{C82BFAD9-B355-4B5A-BCD2-2CE543158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제목 및 본문 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45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eb08ac5a647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6" name="Google Shape;146;p28">
            <a:extLst xmlns:a="http://schemas.openxmlformats.org/drawingml/2006/main">
              <a:ext uri="{FF2B5EF4-FFF2-40B4-BE49-F238E27FC236}">
                <a16:creationId xmlns:a16="http://schemas.microsoft.com/office/drawing/2014/main" id="{3D30FF61-5930-4CF6-9919-36342605C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8900" y="526814"/>
            <a:ext cx="7197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7" name="Google Shape;147;p28">
            <a:extLst xmlns:a="http://schemas.openxmlformats.org/drawingml/2006/main">
              <a:ext uri="{FF2B5EF4-FFF2-40B4-BE49-F238E27FC236}">
                <a16:creationId xmlns:a16="http://schemas.microsoft.com/office/drawing/2014/main" id="{07F46577-4A70-47A4-9891-18B0630213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8900" y="1173688"/>
            <a:ext cx="8121600" cy="33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8" name="Google Shape;148;p28">
            <a:extLst xmlns:a="http://schemas.openxmlformats.org/drawingml/2006/main">
              <a:ext uri="{FF2B5EF4-FFF2-40B4-BE49-F238E27FC236}">
                <a16:creationId xmlns:a16="http://schemas.microsoft.com/office/drawing/2014/main" id="{E198A384-6ABA-4517-9269-F646C465F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29">
            <a:extLst xmlns:a="http://schemas.openxmlformats.org/drawingml/2006/main">
              <a:ext uri="{FF2B5EF4-FFF2-40B4-BE49-F238E27FC236}">
                <a16:creationId xmlns:a16="http://schemas.microsoft.com/office/drawing/2014/main" id="{0577C1D0-6CAD-418B-BB5E-0288FB9AD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p29">
            <a:extLst xmlns:a="http://schemas.openxmlformats.org/drawingml/2006/main">
              <a:ext uri="{FF2B5EF4-FFF2-40B4-BE49-F238E27FC236}">
                <a16:creationId xmlns:a16="http://schemas.microsoft.com/office/drawing/2014/main" id="{2F8DE004-B40B-4F7B-974B-1580B3228E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52" name="Google Shape;152;p29">
            <a:extLst xmlns:a="http://schemas.openxmlformats.org/drawingml/2006/main">
              <a:ext uri="{FF2B5EF4-FFF2-40B4-BE49-F238E27FC236}">
                <a16:creationId xmlns:a16="http://schemas.microsoft.com/office/drawing/2014/main" id="{DCAB03E0-EC59-40F0-BB3D-6E52A31A2E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153" name="Google Shape;153;p29">
            <a:extLst xmlns:a="http://schemas.openxmlformats.org/drawingml/2006/main">
              <a:ext uri="{FF2B5EF4-FFF2-40B4-BE49-F238E27FC236}">
                <a16:creationId xmlns:a16="http://schemas.microsoft.com/office/drawing/2014/main" id="{C87540B4-D2CE-4A5B-B18B-E9F1EA044B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30">
            <a:extLst xmlns:a="http://schemas.openxmlformats.org/drawingml/2006/main">
              <a:ext uri="{FF2B5EF4-FFF2-40B4-BE49-F238E27FC236}">
                <a16:creationId xmlns:a16="http://schemas.microsoft.com/office/drawing/2014/main" id="{B40B0DE8-F13B-4185-A3B6-8CE89FEF1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156" name="Google Shape;15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19e8b7c07491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8.xml><?xml version="1.0" encoding="utf-8"?>
<p:sldLayout xmlns:p="http://schemas.openxmlformats.org/presentationml/2006/main" matchingName="Generated (g3f2cfcff78e_18_0)">
  <p:cSld name="Generated (g3f2cfcff78e_18_0)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33">
            <a:extLst xmlns:a="http://schemas.openxmlformats.org/drawingml/2006/main">
              <a:ext uri="{FF2B5EF4-FFF2-40B4-BE49-F238E27FC236}">
                <a16:creationId xmlns:a16="http://schemas.microsoft.com/office/drawing/2014/main" id="{D5745D06-004F-4A2A-87A0-88D80AE4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00" y="3251025"/>
            <a:ext cx="5086500" cy="19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F6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5" name="Google Shape;165;p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1c1ba025842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33">
            <a:extLst xmlns:a="http://schemas.openxmlformats.org/drawingml/2006/main">
              <a:ext uri="{FF2B5EF4-FFF2-40B4-BE49-F238E27FC236}">
                <a16:creationId xmlns:a16="http://schemas.microsoft.com/office/drawing/2014/main" id="{5E2BF4C4-6AB2-4EAC-94AE-C632C91F54A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321700"/>
            <a:ext cx="6659400" cy="160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7" name="Google Shape;167;p33">
            <a:extLst xmlns:a="http://schemas.openxmlformats.org/drawingml/2006/main">
              <a:ext uri="{FF2B5EF4-FFF2-40B4-BE49-F238E27FC236}">
                <a16:creationId xmlns:a16="http://schemas.microsoft.com/office/drawing/2014/main" id="{258B486C-7D07-4E18-94D9-1ADA8059DB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68" name="Google Shape;168;p33">
            <a:extLst xmlns:a="http://schemas.openxmlformats.org/drawingml/2006/main">
              <a:ext uri="{FF2B5EF4-FFF2-40B4-BE49-F238E27FC236}">
                <a16:creationId xmlns:a16="http://schemas.microsoft.com/office/drawing/2014/main" id="{6521F37D-9CB7-4A7E-AD24-2C4BCB039D99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311700" y="3986400"/>
            <a:ext cx="8520600" cy="6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9" name="Google Shape;169;p33">
            <a:extLst xmlns:a="http://schemas.openxmlformats.org/drawingml/2006/main">
              <a:ext uri="{FF2B5EF4-FFF2-40B4-BE49-F238E27FC236}">
                <a16:creationId xmlns:a16="http://schemas.microsoft.com/office/drawing/2014/main" id="{859D7060-B9CD-4216-8193-60967224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lt1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Google Shape;171;p34">
            <a:extLst xmlns:a="http://schemas.openxmlformats.org/drawingml/2006/main">
              <a:ext uri="{FF2B5EF4-FFF2-40B4-BE49-F238E27FC236}">
                <a16:creationId xmlns:a16="http://schemas.microsoft.com/office/drawing/2014/main" id="{3EA69CDE-CC2C-4727-9C94-4F2736C10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72" name="Google Shape;172;p34">
            <a:extLst xmlns:a="http://schemas.openxmlformats.org/drawingml/2006/main">
              <a:ext uri="{FF2B5EF4-FFF2-40B4-BE49-F238E27FC236}">
                <a16:creationId xmlns:a16="http://schemas.microsoft.com/office/drawing/2014/main" id="{79D74450-1E45-4879-B55E-0D596450BF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섹션 헤더 3">
  <p:cSld name="SECTION_HEADER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Google Shape;174;p35">
            <a:extLst xmlns:a="http://schemas.openxmlformats.org/drawingml/2006/main">
              <a:ext uri="{FF2B5EF4-FFF2-40B4-BE49-F238E27FC236}">
                <a16:creationId xmlns:a16="http://schemas.microsoft.com/office/drawing/2014/main" id="{FDDF2C7A-0348-4126-A09D-FBCB03CEB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5750" y="652475"/>
            <a:ext cx="50073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75" name="Google Shape;175;p35">
            <a:extLst xmlns:a="http://schemas.openxmlformats.org/drawingml/2006/main">
              <a:ext uri="{FF2B5EF4-FFF2-40B4-BE49-F238E27FC236}">
                <a16:creationId xmlns:a16="http://schemas.microsoft.com/office/drawing/2014/main" id="{DFF791E7-C540-477F-AE11-A83366DCC6A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45850" y="1567225"/>
            <a:ext cx="38604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76" name="Google Shape;176;p35">
            <a:extLst xmlns:a="http://schemas.openxmlformats.org/drawingml/2006/main">
              <a:ext uri="{FF2B5EF4-FFF2-40B4-BE49-F238E27FC236}">
                <a16:creationId xmlns:a16="http://schemas.microsoft.com/office/drawing/2014/main" id="{E5BC25B5-8B2E-4EF8-8753-8311560D152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1772676" y="4289979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7" name="Google Shape;177;p35">
            <a:extLst xmlns:a="http://schemas.openxmlformats.org/drawingml/2006/main">
              <a:ext uri="{FF2B5EF4-FFF2-40B4-BE49-F238E27FC236}">
                <a16:creationId xmlns:a16="http://schemas.microsoft.com/office/drawing/2014/main" id="{AA1EABFB-CDAC-4839-ACC7-5AAC748B9DE9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772676" y="4504100"/>
            <a:ext cx="2134500" cy="32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78" name="Google Shape;178;p35">
            <a:extLst xmlns:a="http://schemas.openxmlformats.org/drawingml/2006/main">
              <a:ext uri="{FF2B5EF4-FFF2-40B4-BE49-F238E27FC236}">
                <a16:creationId xmlns:a16="http://schemas.microsoft.com/office/drawing/2014/main" id="{922CA729-1706-4B1C-A11C-DFCE1254D732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164230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79" name="Google Shape;179;p35">
            <a:extLst xmlns:a="http://schemas.openxmlformats.org/drawingml/2006/main">
              <a:ext uri="{FF2B5EF4-FFF2-40B4-BE49-F238E27FC236}">
                <a16:creationId xmlns:a16="http://schemas.microsoft.com/office/drawing/2014/main" id="{7466262F-6CC5-4DEC-B998-3CD5974BC798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994075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0" name="Google Shape;180;p35">
            <a:extLst xmlns:a="http://schemas.openxmlformats.org/drawingml/2006/main">
              <a:ext uri="{FF2B5EF4-FFF2-40B4-BE49-F238E27FC236}">
                <a16:creationId xmlns:a16="http://schemas.microsoft.com/office/drawing/2014/main" id="{62663D3A-45C5-4F42-A4E4-02C97DDBCEBB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345850" y="1281000"/>
            <a:ext cx="540000" cy="166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</p:spPr>
        <p:txBody>
          <a:bodyPr xmlns:a="http://schemas.openxmlformats.org/drawingml/2006/main" spcFirstLastPara="1" wrap="square" lIns="0" tIns="0" rIns="0" bIns="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36150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 matchingName="섹션 헤더 2">
  <p:cSld name="SECTION_HEADER_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82;p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aa4e92194419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4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3" name="Google Shape;183;p36">
            <a:extLst xmlns:a="http://schemas.openxmlformats.org/drawingml/2006/main">
              <a:ext uri="{FF2B5EF4-FFF2-40B4-BE49-F238E27FC236}">
                <a16:creationId xmlns:a16="http://schemas.microsoft.com/office/drawing/2014/main" id="{8A009B9A-276B-40F2-ACCF-F232F7523D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4" name="Google Shape;184;p36">
            <a:extLst xmlns:a="http://schemas.openxmlformats.org/drawingml/2006/main">
              <a:ext uri="{FF2B5EF4-FFF2-40B4-BE49-F238E27FC236}">
                <a16:creationId xmlns:a16="http://schemas.microsoft.com/office/drawing/2014/main" id="{58098FD8-ADA5-4F74-8B64-6C70BE61CC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85" name="Google Shape;185;p36">
            <a:extLst xmlns:a="http://schemas.openxmlformats.org/drawingml/2006/main">
              <a:ext uri="{FF2B5EF4-FFF2-40B4-BE49-F238E27FC236}">
                <a16:creationId xmlns:a16="http://schemas.microsoft.com/office/drawing/2014/main" id="{0BFCAA6C-A78F-4F0A-8B19-270BAB55C0B9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96D1A5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matchingName="섹션 헤더 1">
  <p:cSld name="SECTION_HEADER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8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be3af3fc84ca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37">
            <a:extLst xmlns:a="http://schemas.openxmlformats.org/drawingml/2006/main">
              <a:ext uri="{FF2B5EF4-FFF2-40B4-BE49-F238E27FC236}">
                <a16:creationId xmlns:a16="http://schemas.microsoft.com/office/drawing/2014/main" id="{2F54A3EC-06D2-402E-A197-D5C832786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3825" y="1864775"/>
            <a:ext cx="51039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9" name="Google Shape;189;p37">
            <a:extLst xmlns:a="http://schemas.openxmlformats.org/drawingml/2006/main">
              <a:ext uri="{FF2B5EF4-FFF2-40B4-BE49-F238E27FC236}">
                <a16:creationId xmlns:a16="http://schemas.microsoft.com/office/drawing/2014/main" id="{E6BADCC5-687B-4B52-89EB-5574E52CA0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90" name="Google Shape;190;p37">
            <a:extLst xmlns:a="http://schemas.openxmlformats.org/drawingml/2006/main">
              <a:ext uri="{FF2B5EF4-FFF2-40B4-BE49-F238E27FC236}">
                <a16:creationId xmlns:a16="http://schemas.microsoft.com/office/drawing/2014/main" id="{87613CC3-E5B0-4280-A9DB-4434E518FFE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308100" y="3443300"/>
            <a:ext cx="2221500" cy="5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Hepta Slab SemiBold"/>
                <a:ea typeface="Hepta Slab SemiBold"/>
                <a:cs typeface="Hepta Slab SemiBol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Google Shape;192;p38">
            <a:extLst xmlns:a="http://schemas.openxmlformats.org/drawingml/2006/main">
              <a:ext uri="{FF2B5EF4-FFF2-40B4-BE49-F238E27FC236}">
                <a16:creationId xmlns:a16="http://schemas.microsoft.com/office/drawing/2014/main" id="{CBFA1861-F4EA-4871-B3A6-3F8F6A580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38">
            <a:extLst xmlns:a="http://schemas.openxmlformats.org/drawingml/2006/main">
              <a:ext uri="{FF2B5EF4-FFF2-40B4-BE49-F238E27FC236}">
                <a16:creationId xmlns:a16="http://schemas.microsoft.com/office/drawing/2014/main" id="{E165D2CE-DD59-431E-9042-0B6BA9E1B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4" name="Google Shape;194;p38">
            <a:extLst xmlns:a="http://schemas.openxmlformats.org/drawingml/2006/main">
              <a:ext uri="{FF2B5EF4-FFF2-40B4-BE49-F238E27FC236}">
                <a16:creationId xmlns:a16="http://schemas.microsoft.com/office/drawing/2014/main" id="{D7552A92-16C5-42D6-8CDB-89D38AB39F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제목 및 본문 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Google Shape;196;p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1fe5b03e44a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7" name="Google Shape;197;p39">
            <a:extLst xmlns:a="http://schemas.openxmlformats.org/drawingml/2006/main">
              <a:ext uri="{FF2B5EF4-FFF2-40B4-BE49-F238E27FC236}">
                <a16:creationId xmlns:a16="http://schemas.microsoft.com/office/drawing/2014/main" id="{A75AA5E7-11A4-4F75-BB3F-36CAABC3A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8900" y="526814"/>
            <a:ext cx="71973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8" name="Google Shape;198;p39">
            <a:extLst xmlns:a="http://schemas.openxmlformats.org/drawingml/2006/main">
              <a:ext uri="{FF2B5EF4-FFF2-40B4-BE49-F238E27FC236}">
                <a16:creationId xmlns:a16="http://schemas.microsoft.com/office/drawing/2014/main" id="{09E2C3A3-03AE-402F-A4AC-0A46ACFD89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8900" y="1173688"/>
            <a:ext cx="8121600" cy="33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9" name="Google Shape;199;p39">
            <a:extLst xmlns:a="http://schemas.openxmlformats.org/drawingml/2006/main">
              <a:ext uri="{FF2B5EF4-FFF2-40B4-BE49-F238E27FC236}">
                <a16:creationId xmlns:a16="http://schemas.microsoft.com/office/drawing/2014/main" id="{DCC32F20-5400-4A01-8C04-0CEB259B32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Google Shape;201;p40">
            <a:extLst xmlns:a="http://schemas.openxmlformats.org/drawingml/2006/main">
              <a:ext uri="{FF2B5EF4-FFF2-40B4-BE49-F238E27FC236}">
                <a16:creationId xmlns:a16="http://schemas.microsoft.com/office/drawing/2014/main" id="{FEE44D48-705B-4DE1-954B-F91317360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02" name="Google Shape;202;p40">
            <a:extLst xmlns:a="http://schemas.openxmlformats.org/drawingml/2006/main">
              <a:ext uri="{FF2B5EF4-FFF2-40B4-BE49-F238E27FC236}">
                <a16:creationId xmlns:a16="http://schemas.microsoft.com/office/drawing/2014/main" id="{23E800DE-7281-40E7-B9E1-1DE1EACA3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03" name="Google Shape;203;p40">
            <a:extLst xmlns:a="http://schemas.openxmlformats.org/drawingml/2006/main">
              <a:ext uri="{FF2B5EF4-FFF2-40B4-BE49-F238E27FC236}">
                <a16:creationId xmlns:a16="http://schemas.microsoft.com/office/drawing/2014/main" id="{A64F9EB1-3941-479A-A00D-BB2DC4968A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04" name="Google Shape;204;p40">
            <a:extLst xmlns:a="http://schemas.openxmlformats.org/drawingml/2006/main">
              <a:ext uri="{FF2B5EF4-FFF2-40B4-BE49-F238E27FC236}">
                <a16:creationId xmlns:a16="http://schemas.microsoft.com/office/drawing/2014/main" id="{6B26DAD9-2DC6-4FA4-ACA0-69772B6340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" name="Google Shape;206;p41">
            <a:extLst xmlns:a="http://schemas.openxmlformats.org/drawingml/2006/main">
              <a:ext uri="{FF2B5EF4-FFF2-40B4-BE49-F238E27FC236}">
                <a16:creationId xmlns:a16="http://schemas.microsoft.com/office/drawing/2014/main" id="{65F14B8F-6282-4C5B-91E4-6FC8C34C9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pic>
        <p:nvPicPr>
          <p:cNvPr id="207" name="Google Shape;207;p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8f243dbf9440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3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70fdc6bb6b42ba" /><Relationship Type="http://schemas.openxmlformats.org/officeDocument/2006/relationships/slideLayout" Target="/ppt/slideLayouts/slideLayout1.xml" Id="Rb0a44ccd9f29464f" /><Relationship Type="http://schemas.openxmlformats.org/officeDocument/2006/relationships/slideLayout" Target="/ppt/slideLayouts/slideLayout2.xml" Id="R0db52d26f2d94a50" /><Relationship Type="http://schemas.openxmlformats.org/officeDocument/2006/relationships/slideLayout" Target="/ppt/slideLayouts/slideLayout3.xml" Id="R794daf4f147d4c1e" /><Relationship Type="http://schemas.openxmlformats.org/officeDocument/2006/relationships/slideLayout" Target="/ppt/slideLayouts/slideLayout4.xml" Id="Rfd333463e2a84d86" /><Relationship Type="http://schemas.openxmlformats.org/officeDocument/2006/relationships/slideLayout" Target="/ppt/slideLayouts/slideLayout5.xml" Id="R2be54bbde8c042a5" /><Relationship Type="http://schemas.openxmlformats.org/officeDocument/2006/relationships/slideLayout" Target="/ppt/slideLayouts/slideLayout6.xml" Id="Rea374e4fdf6e4611" /><Relationship Type="http://schemas.openxmlformats.org/officeDocument/2006/relationships/slideLayout" Target="/ppt/slideLayouts/slideLayout7.xml" Id="R894b5bb276c6431d" /><Relationship Type="http://schemas.openxmlformats.org/officeDocument/2006/relationships/slideLayout" Target="/ppt/slideLayouts/slideLayout8.xml" Id="R80de3d6102b745e4" /><Relationship Type="http://schemas.openxmlformats.org/officeDocument/2006/relationships/slideLayout" Target="/ppt/slideLayouts/slideLayout9.xml" Id="Rb7dbd563040d42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02c391affce4ff1" /><Relationship Type="http://schemas.openxmlformats.org/officeDocument/2006/relationships/slideLayout" Target="/ppt/slideLayouts/slideLayout10.xml" Id="R24fdcac5fb264e9c" /><Relationship Type="http://schemas.openxmlformats.org/officeDocument/2006/relationships/slideLayout" Target="/ppt/slideLayouts/slideLayout11.xml" Id="Rff49685df257430f" /><Relationship Type="http://schemas.openxmlformats.org/officeDocument/2006/relationships/slideLayout" Target="/ppt/slideLayouts/slideLayout12.xml" Id="R49f74149fbbb485e" /><Relationship Type="http://schemas.openxmlformats.org/officeDocument/2006/relationships/slideLayout" Target="/ppt/slideLayouts/slideLayout13.xml" Id="R104cb4315b284d19" /><Relationship Type="http://schemas.openxmlformats.org/officeDocument/2006/relationships/slideLayout" Target="/ppt/slideLayouts/slideLayout14.xml" Id="R1b7abbfcb9d9498f" /><Relationship Type="http://schemas.openxmlformats.org/officeDocument/2006/relationships/slideLayout" Target="/ppt/slideLayouts/slideLayout15.xml" Id="R4244a592d301419e" /><Relationship Type="http://schemas.openxmlformats.org/officeDocument/2006/relationships/slideLayout" Target="/ppt/slideLayouts/slideLayout16.xml" Id="Rc4d1276808a3437c" /><Relationship Type="http://schemas.openxmlformats.org/officeDocument/2006/relationships/slideLayout" Target="/ppt/slideLayouts/slideLayout17.xml" Id="Rae0dcccda55240b0" /><Relationship Type="http://schemas.openxmlformats.org/officeDocument/2006/relationships/slideLayout" Target="/ppt/slideLayouts/slideLayout18.xml" Id="R2b56cc47162e459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0ec8cf6c81241ec" /><Relationship Type="http://schemas.openxmlformats.org/officeDocument/2006/relationships/slideLayout" Target="/ppt/slideLayouts/slideLayout19.xml" Id="R5c7b6c1c05b54075" /><Relationship Type="http://schemas.openxmlformats.org/officeDocument/2006/relationships/slideLayout" Target="/ppt/slideLayouts/slideLayout20.xml" Id="R2e9c1d6a8fac4ef7" /><Relationship Type="http://schemas.openxmlformats.org/officeDocument/2006/relationships/slideLayout" Target="/ppt/slideLayouts/slideLayout21.xml" Id="Rd9f070990493495a" /><Relationship Type="http://schemas.openxmlformats.org/officeDocument/2006/relationships/slideLayout" Target="/ppt/slideLayouts/slideLayout22.xml" Id="R5c0245741d814aaf" /><Relationship Type="http://schemas.openxmlformats.org/officeDocument/2006/relationships/slideLayout" Target="/ppt/slideLayouts/slideLayout23.xml" Id="R7cf06ead02624bae" /><Relationship Type="http://schemas.openxmlformats.org/officeDocument/2006/relationships/slideLayout" Target="/ppt/slideLayouts/slideLayout24.xml" Id="R3894bfe1866842a0" /><Relationship Type="http://schemas.openxmlformats.org/officeDocument/2006/relationships/slideLayout" Target="/ppt/slideLayouts/slideLayout25.xml" Id="Rb2c12448fdb24a03" /><Relationship Type="http://schemas.openxmlformats.org/officeDocument/2006/relationships/slideLayout" Target="/ppt/slideLayouts/slideLayout26.xml" Id="R856bfc0d41d644bc" /><Relationship Type="http://schemas.openxmlformats.org/officeDocument/2006/relationships/slideLayout" Target="/ppt/slideLayouts/slideLayout27.xml" Id="Ra8b34a2a98434d3e" /><Relationship Type="http://schemas.openxmlformats.org/officeDocument/2006/relationships/slideLayout" Target="/ppt/slideLayouts/slideLayout28.xml" Id="Ra2947646620c400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8d53e51c72264bfe" /><Relationship Type="http://schemas.openxmlformats.org/officeDocument/2006/relationships/slideLayout" Target="/ppt/slideLayouts/slideLayout29.xml" Id="R9cb509459e6c47e7" /><Relationship Type="http://schemas.openxmlformats.org/officeDocument/2006/relationships/slideLayout" Target="/ppt/slideLayouts/slideLayout30.xml" Id="R0567459b389a4de3" /><Relationship Type="http://schemas.openxmlformats.org/officeDocument/2006/relationships/slideLayout" Target="/ppt/slideLayouts/slideLayout31.xml" Id="R4376971c91ee4d3b" /><Relationship Type="http://schemas.openxmlformats.org/officeDocument/2006/relationships/slideLayout" Target="/ppt/slideLayouts/slideLayout32.xml" Id="R7f00c2bd09254b8b" /><Relationship Type="http://schemas.openxmlformats.org/officeDocument/2006/relationships/slideLayout" Target="/ppt/slideLayouts/slideLayout33.xml" Id="Rd595f38ea2954423" /><Relationship Type="http://schemas.openxmlformats.org/officeDocument/2006/relationships/slideLayout" Target="/ppt/slideLayouts/slideLayout34.xml" Id="R40cfc7207b014ce6" /><Relationship Type="http://schemas.openxmlformats.org/officeDocument/2006/relationships/slideLayout" Target="/ppt/slideLayouts/slideLayout35.xml" Id="R92eb401588d347a3" /><Relationship Type="http://schemas.openxmlformats.org/officeDocument/2006/relationships/slideLayout" Target="/ppt/slideLayouts/slideLayout36.xml" Id="R8e44958aeb6f45cd" /><Relationship Type="http://schemas.openxmlformats.org/officeDocument/2006/relationships/slideLayout" Target="/ppt/slideLayouts/slideLayout37.xml" Id="R8a671693505e4ed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735D75D-07BA-47A3-A491-D2F59CEE9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B6552E0-1511-419F-88D9-2A4D170F5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1A9DD14-4296-4671-A060-972FFDE6A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BEA1E805-3F26-4860-948F-E3D581C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a44ccd9f29464f"/>
    <p:sldLayoutId xmlns:r="http://schemas.openxmlformats.org/officeDocument/2006/relationships" id="2147483650" r:id="R0db52d26f2d94a50"/>
    <p:sldLayoutId xmlns:r="http://schemas.openxmlformats.org/officeDocument/2006/relationships" id="2147483651" r:id="R794daf4f147d4c1e"/>
    <p:sldLayoutId xmlns:r="http://schemas.openxmlformats.org/officeDocument/2006/relationships" id="2147483652" r:id="Rfd333463e2a84d86"/>
    <p:sldLayoutId xmlns:r="http://schemas.openxmlformats.org/officeDocument/2006/relationships" id="2147483653" r:id="R2be54bbde8c042a5"/>
    <p:sldLayoutId xmlns:r="http://schemas.openxmlformats.org/officeDocument/2006/relationships" id="2147483654" r:id="Rea374e4fdf6e4611"/>
    <p:sldLayoutId xmlns:r="http://schemas.openxmlformats.org/officeDocument/2006/relationships" id="2147483655" r:id="R894b5bb276c6431d"/>
    <p:sldLayoutId xmlns:r="http://schemas.openxmlformats.org/officeDocument/2006/relationships" id="2147483656" r:id="R80de3d6102b745e4"/>
    <p:sldLayoutId xmlns:r="http://schemas.openxmlformats.org/officeDocument/2006/relationships" id="2147483657" r:id="Rb7dbd563040d4278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A4CB1DC2-5E1D-4DEA-A947-7E2C24673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57" name="Google Shape;57;p11">
            <a:extLst xmlns:a="http://schemas.openxmlformats.org/drawingml/2006/main">
              <a:ext uri="{FF2B5EF4-FFF2-40B4-BE49-F238E27FC236}">
                <a16:creationId xmlns:a16="http://schemas.microsoft.com/office/drawing/2014/main" id="{D002F0D0-1EC5-4352-87A3-DF5621088A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58" name="Google Shape;58;p11">
            <a:extLst xmlns:a="http://schemas.openxmlformats.org/drawingml/2006/main">
              <a:ext uri="{FF2B5EF4-FFF2-40B4-BE49-F238E27FC236}">
                <a16:creationId xmlns:a16="http://schemas.microsoft.com/office/drawing/2014/main" id="{A32CD451-48B1-4566-B225-36D3BC124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59" name="Google Shape;59;p11">
            <a:extLst xmlns:a="http://schemas.openxmlformats.org/drawingml/2006/main">
              <a:ext uri="{FF2B5EF4-FFF2-40B4-BE49-F238E27FC236}">
                <a16:creationId xmlns:a16="http://schemas.microsoft.com/office/drawing/2014/main" id="{640F067F-4DFF-4B70-B826-2B20945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24fdcac5fb264e9c"/>
    <p:sldLayoutId xmlns:r="http://schemas.openxmlformats.org/officeDocument/2006/relationships" id="2147483660" r:id="Rff49685df257430f"/>
    <p:sldLayoutId xmlns:r="http://schemas.openxmlformats.org/officeDocument/2006/relationships" id="2147483661" r:id="R49f74149fbbb485e"/>
    <p:sldLayoutId xmlns:r="http://schemas.openxmlformats.org/officeDocument/2006/relationships" id="2147483662" r:id="R104cb4315b284d19"/>
    <p:sldLayoutId xmlns:r="http://schemas.openxmlformats.org/officeDocument/2006/relationships" id="2147483663" r:id="R1b7abbfcb9d9498f"/>
    <p:sldLayoutId xmlns:r="http://schemas.openxmlformats.org/officeDocument/2006/relationships" id="2147483664" r:id="R4244a592d301419e"/>
    <p:sldLayoutId xmlns:r="http://schemas.openxmlformats.org/officeDocument/2006/relationships" id="2147483665" r:id="Rc4d1276808a3437c"/>
    <p:sldLayoutId xmlns:r="http://schemas.openxmlformats.org/officeDocument/2006/relationships" id="2147483666" r:id="Rae0dcccda55240b0"/>
    <p:sldLayoutId xmlns:r="http://schemas.openxmlformats.org/officeDocument/2006/relationships" id="2147483667" r:id="R2b56cc47162e459e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21">
            <a:extLst xmlns:a="http://schemas.openxmlformats.org/drawingml/2006/main">
              <a:ext uri="{FF2B5EF4-FFF2-40B4-BE49-F238E27FC236}">
                <a16:creationId xmlns:a16="http://schemas.microsoft.com/office/drawing/2014/main" id="{91AED57E-78E7-4F59-99BD-4A8D84A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21">
            <a:extLst xmlns:a="http://schemas.openxmlformats.org/drawingml/2006/main">
              <a:ext uri="{FF2B5EF4-FFF2-40B4-BE49-F238E27FC236}">
                <a16:creationId xmlns:a16="http://schemas.microsoft.com/office/drawing/2014/main" id="{2FAB3675-3D92-491E-9280-9B71367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21">
            <a:extLst xmlns:a="http://schemas.openxmlformats.org/drawingml/2006/main">
              <a:ext uri="{FF2B5EF4-FFF2-40B4-BE49-F238E27FC236}">
                <a16:creationId xmlns:a16="http://schemas.microsoft.com/office/drawing/2014/main" id="{9AB86890-BB35-43C3-B297-879020360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109" name="Google Shape;109;p21">
            <a:extLst xmlns:a="http://schemas.openxmlformats.org/drawingml/2006/main">
              <a:ext uri="{FF2B5EF4-FFF2-40B4-BE49-F238E27FC236}">
                <a16:creationId xmlns:a16="http://schemas.microsoft.com/office/drawing/2014/main" id="{ABC452A6-696E-4B76-A284-99CDA0D45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110" name="Google Shape;110;p21">
            <a:extLst xmlns:a="http://schemas.openxmlformats.org/drawingml/2006/main">
              <a:ext uri="{FF2B5EF4-FFF2-40B4-BE49-F238E27FC236}">
                <a16:creationId xmlns:a16="http://schemas.microsoft.com/office/drawing/2014/main" id="{AD71C579-FFEC-44A7-A92D-46669BF735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11" name="Google Shape;111;p21">
            <a:extLst xmlns:a="http://schemas.openxmlformats.org/drawingml/2006/main">
              <a:ext uri="{FF2B5EF4-FFF2-40B4-BE49-F238E27FC236}">
                <a16:creationId xmlns:a16="http://schemas.microsoft.com/office/drawing/2014/main" id="{A6F26625-8A4F-441F-8B1C-1760E149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5c7b6c1c05b54075"/>
    <p:sldLayoutId xmlns:r="http://schemas.openxmlformats.org/officeDocument/2006/relationships" id="2147483670" r:id="R2e9c1d6a8fac4ef7"/>
    <p:sldLayoutId xmlns:r="http://schemas.openxmlformats.org/officeDocument/2006/relationships" id="2147483671" r:id="Rd9f070990493495a"/>
    <p:sldLayoutId xmlns:r="http://schemas.openxmlformats.org/officeDocument/2006/relationships" id="2147483672" r:id="R5c0245741d814aaf"/>
    <p:sldLayoutId xmlns:r="http://schemas.openxmlformats.org/officeDocument/2006/relationships" id="2147483673" r:id="R7cf06ead02624bae"/>
    <p:sldLayoutId xmlns:r="http://schemas.openxmlformats.org/officeDocument/2006/relationships" id="2147483674" r:id="R3894bfe1866842a0"/>
    <p:sldLayoutId xmlns:r="http://schemas.openxmlformats.org/officeDocument/2006/relationships" id="2147483675" r:id="Rb2c12448fdb24a03"/>
    <p:sldLayoutId xmlns:r="http://schemas.openxmlformats.org/officeDocument/2006/relationships" id="2147483676" r:id="R856bfc0d41d644bc"/>
    <p:sldLayoutId xmlns:r="http://schemas.openxmlformats.org/officeDocument/2006/relationships" id="2147483677" r:id="Ra8b34a2a98434d3e"/>
    <p:sldLayoutId xmlns:r="http://schemas.openxmlformats.org/officeDocument/2006/relationships" id="2147483678" r:id="Ra2947646620c4008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32">
            <a:extLst xmlns:a="http://schemas.openxmlformats.org/drawingml/2006/main">
              <a:ext uri="{FF2B5EF4-FFF2-40B4-BE49-F238E27FC236}">
                <a16:creationId xmlns:a16="http://schemas.microsoft.com/office/drawing/2014/main" id="{222FAB6F-E6DE-45AF-BE1D-6532A1D18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160" name="Google Shape;160;p32">
            <a:extLst xmlns:a="http://schemas.openxmlformats.org/drawingml/2006/main">
              <a:ext uri="{FF2B5EF4-FFF2-40B4-BE49-F238E27FC236}">
                <a16:creationId xmlns:a16="http://schemas.microsoft.com/office/drawing/2014/main" id="{7FF02B94-B708-45B6-ABC5-1A107FDEC5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/>
        </p:txBody>
      </p:sp>
      <p:sp>
        <p:nvSpPr>
          <p:cNvPr id="161" name="Google Shape;161;p32">
            <a:extLst xmlns:a="http://schemas.openxmlformats.org/drawingml/2006/main">
              <a:ext uri="{FF2B5EF4-FFF2-40B4-BE49-F238E27FC236}">
                <a16:creationId xmlns:a16="http://schemas.microsoft.com/office/drawing/2014/main" id="{D56AE5AE-D0FA-4ECA-BBD9-1002BDEEFD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162" name="Google Shape;162;p32">
            <a:extLst xmlns:a="http://schemas.openxmlformats.org/drawingml/2006/main">
              <a:ext uri="{FF2B5EF4-FFF2-40B4-BE49-F238E27FC236}">
                <a16:creationId xmlns:a16="http://schemas.microsoft.com/office/drawing/2014/main" id="{298BC1F5-C5C5-4115-86EB-A928FD0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550" y="139925"/>
            <a:ext cx="47406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PseudoCon 2026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9cb509459e6c47e7"/>
    <p:sldLayoutId xmlns:r="http://schemas.openxmlformats.org/officeDocument/2006/relationships" id="2147483681" r:id="R0567459b389a4de3"/>
    <p:sldLayoutId xmlns:r="http://schemas.openxmlformats.org/officeDocument/2006/relationships" id="2147483682" r:id="R4376971c91ee4d3b"/>
    <p:sldLayoutId xmlns:r="http://schemas.openxmlformats.org/officeDocument/2006/relationships" id="2147483683" r:id="R7f00c2bd09254b8b"/>
    <p:sldLayoutId xmlns:r="http://schemas.openxmlformats.org/officeDocument/2006/relationships" id="2147483684" r:id="Rd595f38ea2954423"/>
    <p:sldLayoutId xmlns:r="http://schemas.openxmlformats.org/officeDocument/2006/relationships" id="2147483685" r:id="R40cfc7207b014ce6"/>
    <p:sldLayoutId xmlns:r="http://schemas.openxmlformats.org/officeDocument/2006/relationships" id="2147483686" r:id="R92eb401588d347a3"/>
    <p:sldLayoutId xmlns:r="http://schemas.openxmlformats.org/officeDocument/2006/relationships" id="2147483687" r:id="R8e44958aeb6f45cd"/>
    <p:sldLayoutId xmlns:r="http://schemas.openxmlformats.org/officeDocument/2006/relationships" id="2147483688" r:id="R8a671693505e4ed4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9ee288d6e4d5b" /><Relationship Type="http://schemas.openxmlformats.org/officeDocument/2006/relationships/notesSlide" Target="/ppt/notesSlides/notesSlide1.xml" Id="Rd8a34e10a0ea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a3046ab71247e7" /><Relationship Type="http://schemas.openxmlformats.org/officeDocument/2006/relationships/image" Target="/ppt/media/image6.png" Id="R25809144b6a74a54" /><Relationship Type="http://schemas.openxmlformats.org/officeDocument/2006/relationships/image" Target="/ppt/media/image7.png" Id="R4a5a70a859d94eea" /><Relationship Type="http://schemas.openxmlformats.org/officeDocument/2006/relationships/notesSlide" Target="/ppt/notesSlides/notesSlide2.xml" Id="Rca2f2ad7306e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d39ea92b82a4864" /><Relationship Type="http://schemas.openxmlformats.org/officeDocument/2006/relationships/notesSlide" Target="/ppt/notesSlides/notesSlide3.xml" Id="Rc6e53fbafdbb4c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5f17c14a7d704d5d" /><Relationship Type="http://schemas.openxmlformats.org/officeDocument/2006/relationships/notesSlide" Target="/ppt/notesSlides/notesSlide4.xml" Id="Re363dcf8f70e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c36620203b0a4e50" /><Relationship Type="http://schemas.openxmlformats.org/officeDocument/2006/relationships/image" Target="/ppt/media/image8.png" Id="R9cddb752a1454ce3" /><Relationship Type="http://schemas.openxmlformats.org/officeDocument/2006/relationships/image" Target="/ppt/media/image9.png" Id="R1eed2f179d644bf1" /><Relationship Type="http://schemas.openxmlformats.org/officeDocument/2006/relationships/notesSlide" Target="/ppt/notesSlides/notesSlide5.xml" Id="Rf8634033041b4e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2b6fc67bcebe46d6" /><Relationship Type="http://schemas.openxmlformats.org/officeDocument/2006/relationships/image" Target="/ppt/media/image.jpeg" Id="R6a14d89bd4c94097" /><Relationship Type="http://schemas.openxmlformats.org/officeDocument/2006/relationships/image" Target="/ppt/media/image2.jpeg" Id="R881b40bad97844e4" /><Relationship Type="http://schemas.openxmlformats.org/officeDocument/2006/relationships/image" Target="/ppt/media/image3.jpeg" Id="Rd9e2c899050a4f88" /><Relationship Type="http://schemas.openxmlformats.org/officeDocument/2006/relationships/image" Target="/ppt/media/image8.png" Id="Rf9c642b993444e5f" /><Relationship Type="http://schemas.openxmlformats.org/officeDocument/2006/relationships/notesSlide" Target="/ppt/notesSlides/notesSlide6.xml" Id="Re19b0f956c36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e020eba29d6f4101" /><Relationship Type="http://schemas.openxmlformats.org/officeDocument/2006/relationships/notesSlide" Target="/ppt/notesSlides/notesSlide7.xml" Id="R1739cbbe67654b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493309f9581749ef" /><Relationship Type="http://schemas.openxmlformats.org/officeDocument/2006/relationships/notesSlide" Target="/ppt/notesSlides/notesSlide8.xml" Id="R587eebb51c4a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c62104953f74632" /><Relationship Type="http://schemas.openxmlformats.org/officeDocument/2006/relationships/notesSlide" Target="/ppt/notesSlides/notesSlide9.xml" Id="R5a09a7780f36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cf1304db33594073" /><Relationship Type="http://schemas.openxmlformats.org/officeDocument/2006/relationships/image" Target="/ppt/media/image10.jpg" Id="R80a1cd64db3c44e3" /><Relationship Type="http://schemas.openxmlformats.org/officeDocument/2006/relationships/notesSlide" Target="/ppt/notesSlides/notesSlide10.xml" Id="R1a91d42c7d4c44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44ddff2ebb3b4445" /><Relationship Type="http://schemas.openxmlformats.org/officeDocument/2006/relationships/image" Target="/ppt/media/image11.jpg" Id="Raeb664bbe2034b91" /><Relationship Type="http://schemas.openxmlformats.org/officeDocument/2006/relationships/notesSlide" Target="/ppt/notesSlides/notesSlide11.xml" Id="R7d05db4adebf42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3ebc68b75bf0423c" /><Relationship Type="http://schemas.openxmlformats.org/officeDocument/2006/relationships/image" Target="/ppt/media/image12.jpg" Id="Rb3b0b2b5e4e64279" /><Relationship Type="http://schemas.openxmlformats.org/officeDocument/2006/relationships/notesSlide" Target="/ppt/notesSlides/notesSlide12.xml" Id="R99016ba4cd3244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fcf3756a72c45b6" /><Relationship Type="http://schemas.openxmlformats.org/officeDocument/2006/relationships/notesSlide" Target="/ppt/notesSlides/notesSlide13.xml" Id="R46b8f946c1ed4a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1c7322acb0014847" /><Relationship Type="http://schemas.openxmlformats.org/officeDocument/2006/relationships/image" Target="/ppt/media/image13.jpg" Id="R38e92c11668a4296" /><Relationship Type="http://schemas.openxmlformats.org/officeDocument/2006/relationships/notesSlide" Target="/ppt/notesSlides/notesSlide14.xml" Id="R95cd4f5496dc47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cab9c26edc6c4868" /><Relationship Type="http://schemas.openxmlformats.org/officeDocument/2006/relationships/image" Target="/ppt/media/image14.jpg" Id="R6918f97aa699486b" /><Relationship Type="http://schemas.openxmlformats.org/officeDocument/2006/relationships/notesSlide" Target="/ppt/notesSlides/notesSlide15.xml" Id="R6c04066a705444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e00145b32bf94c58" /><Relationship Type="http://schemas.openxmlformats.org/officeDocument/2006/relationships/image" Target="/ppt/media/image15.jpg" Id="Rb33982573ed34784" /><Relationship Type="http://schemas.openxmlformats.org/officeDocument/2006/relationships/notesSlide" Target="/ppt/notesSlides/notesSlide16.xml" Id="R31aa2b2097fc43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4bb5732c91b47eb" /><Relationship Type="http://schemas.openxmlformats.org/officeDocument/2006/relationships/notesSlide" Target="/ppt/notesSlides/notesSlide17.xml" Id="R9d76e1dd1c1742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d020be09e2a847c7" /><Relationship Type="http://schemas.openxmlformats.org/officeDocument/2006/relationships/image" Target="/ppt/media/image16.jpg" Id="R4e4afcccd68d41cb" /><Relationship Type="http://schemas.openxmlformats.org/officeDocument/2006/relationships/image" Target="/ppt/media/image17.jpg" Id="Rd54649ee361b451f" /><Relationship Type="http://schemas.openxmlformats.org/officeDocument/2006/relationships/image" Target="/ppt/media/image18.png" Id="R320cf975d236459b" /><Relationship Type="http://schemas.openxmlformats.org/officeDocument/2006/relationships/image" Target="/ppt/media/image19.png" Id="R8bd4502843684156" /><Relationship Type="http://schemas.openxmlformats.org/officeDocument/2006/relationships/notesSlide" Target="/ppt/notesSlides/notesSlide18.xml" Id="Rf052fa52bf2540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42">
            <a:extLst xmlns:a="http://schemas.openxmlformats.org/drawingml/2006/main">
              <a:ext uri="{FF2B5EF4-FFF2-40B4-BE49-F238E27FC236}">
                <a16:creationId xmlns:a16="http://schemas.microsoft.com/office/drawing/2014/main" id="{793A4ED6-1CA3-4C10-9CE3-08BA5918E0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0" y="1490014"/>
            <a:ext cx="8603700" cy="160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에이전트를 만들고, 공유한다는 것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/>
              <a:t>HireMe를 만들며 고민한 공유, 신뢰 그리고 보상까지</a:t>
            </a:r>
          </a:p>
        </p:txBody>
      </p:sp>
      <p:sp>
        <p:nvSpPr>
          <p:cNvPr id="213" name="Google Shape;213;p42">
            <a:extLst xmlns:a="http://schemas.openxmlformats.org/drawingml/2006/main">
              <a:ext uri="{FF2B5EF4-FFF2-40B4-BE49-F238E27FC236}">
                <a16:creationId xmlns:a16="http://schemas.microsoft.com/office/drawing/2014/main" id="{E354E24E-4E86-41C1-BBE0-DA208DA1B5DC}"/>
              </a:ext>
            </a:extLst>
          </p:cNvPr>
          <p:cNvSpPr>
            <a:spLocks xmlns:a="http://schemas.openxmlformats.org/drawingml/2006/main" noGrp="1"/>
          </p:cNvSpPr>
          <p:nvPr>
            <p:ph type="ctrTitle" idx="2"/>
          </p:nvPr>
        </p:nvSpPr>
        <p:spPr>
          <a:xfrm xmlns:a="http://schemas.openxmlformats.org/drawingml/2006/main">
            <a:off x="311700" y="3692482"/>
            <a:ext cx="8520600" cy="6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박상준 | 연세대학교</a:t>
            </a:r>
          </a:p>
        </p:txBody>
      </p:sp>
    </p:spTree>
    <p:extLst>
      <p:ext uri="{BB962C8B-B14F-4D97-AF65-F5344CB8AC3E}">
        <p14:creationId xmlns:p14="http://schemas.microsoft.com/office/powerpoint/2010/main" val="1270310417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5809144b6a74a5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2" name="Google Shape;218;p4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5a70a859d94eea">
            <a:alphaModFix/>
          </a:blip>
          <a:srcRect xmlns:a="http://schemas.openxmlformats.org/drawingml/2006/main" l="0" t="5197" r="0" b="5197"/>
          <a:stretch xmlns:a="http://schemas.openxmlformats.org/drawingml/2006/main"/>
        </p:blipFill>
        <p:spPr>
          <a:xfrm xmlns:a="http://schemas.openxmlformats.org/drawingml/2006/main">
            <a:off x="5524500" y="476250"/>
            <a:ext cx="3048000" cy="419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9" name="Google Shape;219;p43">
            <a:extLst xmlns:a="http://schemas.openxmlformats.org/drawingml/2006/main">
              <a:ext uri="{FF2B5EF4-FFF2-40B4-BE49-F238E27FC236}">
                <a16:creationId xmlns:a16="http://schemas.microsoft.com/office/drawing/2014/main" id="{5E1A2EFD-849F-49D2-8BA5-BF7EEC8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4572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SPEAKER PROFILE</a:t>
            </a:r>
          </a:p>
          <a:p xmlns:a="http://schemas.openxmlformats.org/drawingml/2006/main"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박상준</a:t>
            </a:r>
          </a:p>
          <a:p xmlns:a="http://schemas.openxmlformats.org/drawingml/2006/main"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A3B8B0"/>
                </a:solidFill>
                <a:latin typeface="Noto Sans KR"/>
                <a:ea typeface="Noto Sans KR"/>
                <a:cs typeface="Noto Sans KR"/>
              </a:rPr>
              <a:t>연세대학교</a:t>
            </a:r>
          </a:p>
          <a:p xmlns:a="http://schemas.openxmlformats.org/drawingml/2006/main">
            <a:pPr marL="0" indent="0" algn="l">
              <a:spcBef>
                <a:spcPts val="30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1300">
                <a:solidFill>
                  <a:srgbClr val="E0E6E4"/>
                </a:solidFill>
                <a:latin typeface="Noto Sans KR"/>
                <a:ea typeface="Noto Sans KR"/>
                <a:cs typeface="Noto Sans KR"/>
              </a:rPr>
              <a:t>AI와 함께하는 세상을 만들어가는 빌더</a:t>
            </a:r>
          </a:p>
          <a:p xmlns:a="http://schemas.openxmlformats.org/drawingml/2006/main">
            <a:pPr mar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1300">
                <a:solidFill>
                  <a:srgbClr val="E0E6E4"/>
                </a:solidFill>
                <a:latin typeface="Noto Sans KR"/>
                <a:ea typeface="Noto Sans KR"/>
                <a:cs typeface="Noto Sans KR"/>
              </a:rPr>
              <a:t>前) 블록체인 회사에서 개발자로 근무</a:t>
            </a:r>
          </a:p>
          <a:p xmlns:a="http://schemas.openxmlformats.org/drawingml/2006/main">
            <a:pPr mar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1300">
                <a:solidFill>
                  <a:srgbClr val="E0E6E4"/>
                </a:solidFill>
                <a:latin typeface="Noto Sans KR"/>
                <a:ea typeface="Noto Sans KR"/>
                <a:cs typeface="Noto Sans KR"/>
              </a:rPr>
              <a:t>NEAR AI Hackathon, Sui Overflow 해커톤 수상</a:t>
            </a:r>
          </a:p>
          <a:p xmlns:a="http://schemas.openxmlformats.org/drawingml/2006/main">
            <a:pPr mar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1300">
                <a:solidFill>
                  <a:srgbClr val="E0E6E4"/>
                </a:solidFill>
                <a:latin typeface="Noto Sans KR"/>
                <a:ea typeface="Noto Sans KR"/>
                <a:cs typeface="Noto Sans KR"/>
              </a:rPr>
              <a:t>AI 에이전트를 공유하고 수익화 하는 방법 </a:t>
            </a:r>
          </a:p>
          <a:p xmlns:a="http://schemas.openxmlformats.org/drawingml/2006/main">
            <a:pPr mar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96D1A5"/>
                </a:solidFill>
                <a:latin typeface="Noto Sans KR"/>
                <a:ea typeface="Noto Sans KR"/>
                <a:cs typeface="Noto Sans KR"/>
              </a:rPr>
              <a:t>• </a:t>
            </a:r>
            <a:r>
              <a:rPr sz="13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가짜연구소 12기 | </a:t>
            </a:r>
            <a:r>
              <a:rPr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AutoBioX</a:t>
            </a:r>
            <a:r>
              <a:rPr sz="13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프로젝트</a:t>
            </a:r>
          </a:p>
        </p:txBody>
      </p:sp>
      <p:sp>
        <p:nvSpPr>
          <p:cNvPr id="220" name="Google Shape;220;p43">
            <a:extLst xmlns:a="http://schemas.openxmlformats.org/drawingml/2006/main">
              <a:ext uri="{FF2B5EF4-FFF2-40B4-BE49-F238E27FC236}">
                <a16:creationId xmlns:a16="http://schemas.microsoft.com/office/drawing/2014/main" id="{88E75EA5-F52E-4DD1-8967-860B61D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600" y="190300"/>
            <a:ext cx="1422300" cy="2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77268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44">
            <a:extLst xmlns:a="http://schemas.openxmlformats.org/drawingml/2006/main">
              <a:ext uri="{FF2B5EF4-FFF2-40B4-BE49-F238E27FC236}">
                <a16:creationId xmlns:a16="http://schemas.microsoft.com/office/drawing/2014/main" id="{138592D2-70A0-414F-BBF7-D28CFCB48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Chapter #1</a:t>
            </a:r>
          </a:p>
        </p:txBody>
      </p:sp>
      <p:sp>
        <p:nvSpPr>
          <p:cNvPr id="226" name="Google Shape;226;p44">
            <a:extLst xmlns:a="http://schemas.openxmlformats.org/drawingml/2006/main">
              <a:ext uri="{FF2B5EF4-FFF2-40B4-BE49-F238E27FC236}">
                <a16:creationId xmlns:a16="http://schemas.microsoft.com/office/drawing/2014/main" id="{04AE50FC-CF56-4F00-BEAB-25CEE4245AA2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에이전트는 왜 공유하기가 어려울까?</a:t>
            </a:r>
          </a:p>
        </p:txBody>
      </p:sp>
    </p:spTree>
    <p:extLst>
      <p:ext uri="{BB962C8B-B14F-4D97-AF65-F5344CB8AC3E}">
        <p14:creationId xmlns:p14="http://schemas.microsoft.com/office/powerpoint/2010/main" val="18985958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45">
            <a:extLst xmlns:a="http://schemas.openxmlformats.org/drawingml/2006/main">
              <a:ext uri="{FF2B5EF4-FFF2-40B4-BE49-F238E27FC236}">
                <a16:creationId xmlns:a16="http://schemas.microsoft.com/office/drawing/2014/main" id="{ED0B7C5B-52B7-46D5-B875-CAF917E7E872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좋은 에이전트는 전문성에서 나옵니다</a:t>
            </a:r>
          </a:p>
        </p:txBody>
      </p:sp>
      <p:sp>
        <p:nvSpPr>
          <p:cNvPr id="232" name="Google Shape;232;p45">
            <a:extLst xmlns:a="http://schemas.openxmlformats.org/drawingml/2006/main">
              <a:ext uri="{FF2B5EF4-FFF2-40B4-BE49-F238E27FC236}">
                <a16:creationId xmlns:a16="http://schemas.microsoft.com/office/drawing/2014/main" id="{90C3396F-5758-478D-BE2F-751CDE87103B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6"/>
              </a:spcAft>
            </a:pPr>
            <a:r>
              <a:rPr b="1">
                <a:solidFill>
                  <a:srgbClr val="2A7D63"/>
                </a:solidFill>
              </a:rPr>
              <a:t>좋은 결과를 구분하는 기준</a:t>
            </a:r>
          </a:p>
          <a:p xmlns:a="http://schemas.openxmlformats.org/drawingml/2006/main">
            <a:pPr>
              <a:spcAft>
                <a:spcPts val="16"/>
              </a:spcAft>
            </a:pPr>
            <a:r>
              <a:rPr b="1">
                <a:solidFill>
                  <a:srgbClr val="2A7D63"/>
                </a:solidFill>
              </a:rPr>
              <a:t>상황에 따라 바꾸는 판단</a:t>
            </a:r>
          </a:p>
          <a:p xmlns:a="http://schemas.openxmlformats.org/drawingml/2006/main">
            <a:pPr>
              <a:spcAft>
                <a:spcPts val="28"/>
              </a:spcAft>
            </a:pPr>
            <a:r>
              <a:rPr b="1">
                <a:solidFill>
                  <a:srgbClr val="2A7D63"/>
                </a:solidFill>
              </a:rPr>
              <a:t>실패를 피하기 위한 예외</a:t>
            </a:r>
          </a:p>
          <a:p xmlns:a="http://schemas.openxmlformats.org/drawingml/2006/main">
            <a:r>
              <a:rPr>
                <a:solidFill>
                  <a:srgbClr val="595959"/>
                </a:solidFill>
              </a:rPr>
              <a:t>가르치지 않으면 더 많은 시간과 토큰으로 시행착오를 반복했습니다.</a:t>
            </a:r>
          </a:p>
        </p:txBody>
      </p:sp>
      <p:sp>
        <p:nvSpPr>
          <p:cNvPr id="233" name="Google Shape;233;p45">
            <a:extLst xmlns:a="http://schemas.openxmlformats.org/drawingml/2006/main">
              <a:ext uri="{FF2B5EF4-FFF2-40B4-BE49-F238E27FC236}">
                <a16:creationId xmlns:a16="http://schemas.microsoft.com/office/drawing/2014/main" id="{3AFB8650-C9FD-49A5-9ED7-14F8B3E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1. 에이전트는 왜 공유하기가 어려울까?</a:t>
            </a:r>
          </a:p>
        </p:txBody>
      </p:sp>
    </p:spTree>
    <p:extLst>
      <p:ext uri="{BB962C8B-B14F-4D97-AF65-F5344CB8AC3E}">
        <p14:creationId xmlns:p14="http://schemas.microsoft.com/office/powerpoint/2010/main" val="10116400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46">
            <a:extLst xmlns:a="http://schemas.openxmlformats.org/drawingml/2006/main">
              <a:ext uri="{FF2B5EF4-FFF2-40B4-BE49-F238E27FC236}">
                <a16:creationId xmlns:a16="http://schemas.microsoft.com/office/drawing/2014/main" id="{FF977B5F-3186-4470-8689-882466138126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제가 만든 에이전트는 여기까지였습니다</a:t>
            </a:r>
          </a:p>
        </p:txBody>
      </p:sp>
      <p:sp>
        <p:nvSpPr>
          <p:cNvPr id="239" name="Google Shape;239;p46">
            <a:extLst xmlns:a="http://schemas.openxmlformats.org/drawingml/2006/main">
              <a:ext uri="{FF2B5EF4-FFF2-40B4-BE49-F238E27FC236}">
                <a16:creationId xmlns:a16="http://schemas.microsoft.com/office/drawing/2014/main" id="{CE1B680F-C2AE-4DD3-98FC-FDA020DD7876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>상황에 맞게 바꿔달라고 했지만, 무엇을 유지해야 하는지 기준이 부족했습니다</a:t>
            </a:r>
          </a:p>
        </p:txBody>
      </p:sp>
      <p:sp>
        <p:nvSpPr>
          <p:cNvPr id="240" name="Google Shape;240;p46">
            <a:extLst xmlns:a="http://schemas.openxmlformats.org/drawingml/2006/main">
              <a:ext uri="{FF2B5EF4-FFF2-40B4-BE49-F238E27FC236}">
                <a16:creationId xmlns:a16="http://schemas.microsoft.com/office/drawing/2014/main" id="{5CF73D63-0412-41B0-A084-691D299F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1. 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에이전트는 왜 공유하기 어려울까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pic>
        <p:nvPicPr>
          <p:cNvPr id="250" name="Google Shape;242;p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db752a1454c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21275" y="2336087"/>
            <a:ext cx="1728901" cy="1728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3" name="Google Shape;243;p46">
            <a:extLst xmlns:a="http://schemas.openxmlformats.org/drawingml/2006/main">
              <a:ext uri="{FF2B5EF4-FFF2-40B4-BE49-F238E27FC236}">
                <a16:creationId xmlns:a16="http://schemas.microsoft.com/office/drawing/2014/main" id="{92BB09E3-87F2-489C-855D-89C73500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888" y="3973850"/>
            <a:ext cx="12552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기본 캐릭터</a:t>
            </a:r>
          </a:p>
        </p:txBody>
      </p:sp>
      <p:sp>
        <p:nvSpPr>
          <p:cNvPr id="244" name="Google Shape;244;p46">
            <a:extLst xmlns:a="http://schemas.openxmlformats.org/drawingml/2006/main">
              <a:ext uri="{FF2B5EF4-FFF2-40B4-BE49-F238E27FC236}">
                <a16:creationId xmlns:a16="http://schemas.microsoft.com/office/drawing/2014/main" id="{25E8C1B7-4F56-4C0B-9DC2-C3F1120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475" y="3105475"/>
            <a:ext cx="681300" cy="4209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6D1A5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53" name="Google Shape;245;p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2f179d644b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6075" y="2637162"/>
            <a:ext cx="1546125" cy="1546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555714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47">
            <a:extLst xmlns:a="http://schemas.openxmlformats.org/drawingml/2006/main">
              <a:ext uri="{FF2B5EF4-FFF2-40B4-BE49-F238E27FC236}">
                <a16:creationId xmlns:a16="http://schemas.microsoft.com/office/drawing/2014/main" id="{1B639854-A8F3-41DA-BDC6-16E3945AD926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디자이너 친구의 에이전트는 달랐습니다</a:t>
            </a:r>
          </a:p>
        </p:txBody>
      </p:sp>
      <p:sp>
        <p:nvSpPr>
          <p:cNvPr id="251" name="Google Shape;251;p47">
            <a:extLst xmlns:a="http://schemas.openxmlformats.org/drawingml/2006/main">
              <a:ext uri="{FF2B5EF4-FFF2-40B4-BE49-F238E27FC236}">
                <a16:creationId xmlns:a16="http://schemas.microsoft.com/office/drawing/2014/main" id="{63C80A06-483F-4C4C-BAAE-DDBA96BBED04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t>캐릭터의 인상·실루엣·스타일을 지키는 기준이 결과에 담겼습니다</a:t>
            </a:r>
          </a:p>
        </p:txBody>
      </p:sp>
      <p:sp>
        <p:nvSpPr>
          <p:cNvPr id="252" name="Google Shape;252;p47">
            <a:extLst xmlns:a="http://schemas.openxmlformats.org/drawingml/2006/main">
              <a:ext uri="{FF2B5EF4-FFF2-40B4-BE49-F238E27FC236}">
                <a16:creationId xmlns:a16="http://schemas.microsoft.com/office/drawing/2014/main" id="{C85A5565-BC7B-4E71-BF57-4D9C57EC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1. 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에이전트는 왜 공유하기 어려울까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pic>
        <p:nvPicPr>
          <p:cNvPr id="267" name="Google Shape;253;p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4d89bd4c9409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913" y="2353975"/>
            <a:ext cx="1728899" cy="17288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8" name="Google Shape;254;p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b40bad97844e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0438" y="2353975"/>
            <a:ext cx="1728899" cy="17288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9" name="Google Shape;255;p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2c899050a4f8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3400" y="2353975"/>
            <a:ext cx="1728899" cy="17288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0" name="Google Shape;257;p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42b993444e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4375" y="2238600"/>
            <a:ext cx="1728901" cy="1728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p47">
            <a:extLst xmlns:a="http://schemas.openxmlformats.org/drawingml/2006/main">
              <a:ext uri="{FF2B5EF4-FFF2-40B4-BE49-F238E27FC236}">
                <a16:creationId xmlns:a16="http://schemas.microsoft.com/office/drawing/2014/main" id="{7B1F4626-1AD4-44F2-B7DF-5B932B9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988" y="3876363"/>
            <a:ext cx="1255200" cy="3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2"/>
                </a:solidFill>
                <a:latin typeface="Noto Sans KR"/>
                <a:ea typeface="Noto Sans KR"/>
                <a:cs typeface="Noto Sans KR"/>
              </a:rPr>
              <a:t>기본 캐릭터</a:t>
            </a:r>
          </a:p>
        </p:txBody>
      </p:sp>
      <p:sp>
        <p:nvSpPr>
          <p:cNvPr id="259" name="Google Shape;259;p47">
            <a:extLst xmlns:a="http://schemas.openxmlformats.org/drawingml/2006/main">
              <a:ext uri="{FF2B5EF4-FFF2-40B4-BE49-F238E27FC236}">
                <a16:creationId xmlns:a16="http://schemas.microsoft.com/office/drawing/2014/main" id="{BC372685-000B-46C5-827D-FD7800BC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75" y="3007988"/>
            <a:ext cx="681300" cy="42090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6D1A5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639542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Google Shape;264;p48">
            <a:extLst xmlns:a="http://schemas.openxmlformats.org/drawingml/2006/main">
              <a:ext uri="{FF2B5EF4-FFF2-40B4-BE49-F238E27FC236}">
                <a16:creationId xmlns:a16="http://schemas.microsoft.com/office/drawing/2014/main" id="{E768EFEB-5BC9-40F3-8849-774EC2D19107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잘 만든 에이전트일수록 만든 사람만 썼습니다</a:t>
            </a:r>
          </a:p>
        </p:txBody>
      </p:sp>
      <p:sp>
        <p:nvSpPr>
          <p:cNvPr id="265" name="Google Shape;265;p48">
            <a:extLst xmlns:a="http://schemas.openxmlformats.org/drawingml/2006/main">
              <a:ext uri="{FF2B5EF4-FFF2-40B4-BE49-F238E27FC236}">
                <a16:creationId xmlns:a16="http://schemas.microsoft.com/office/drawing/2014/main" id="{4AE02D9C-B2D5-4BBE-91C2-6056BEF82FA4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2A7D63"/>
                </a:solidFill>
              </a:rPr>
              <a:t>가치는 컸지만,</a:t>
            </a:r>
          </a:p>
          <a:p xmlns:a="http://schemas.openxmlformats.org/drawingml/2006/main">
            <a:pPr>
              <a:spcAft>
                <a:spcPts val="24"/>
              </a:spcAft>
            </a:pPr>
            <a:r>
              <a:t>공유하는 순간 노하우까지 함께 넘겨야 했습니다.</a:t>
            </a:r>
          </a:p>
          <a:p xmlns:a="http://schemas.openxmlformats.org/drawingml/2006/main">
            <a:r>
              <a:rPr b="1"/>
              <a:t>좋은 에이전트를 다른 사람도 쓸 수는 없을까?</a:t>
            </a:r>
          </a:p>
        </p:txBody>
      </p:sp>
      <p:sp>
        <p:nvSpPr>
          <p:cNvPr id="266" name="Google Shape;266;p48">
            <a:extLst xmlns:a="http://schemas.openxmlformats.org/drawingml/2006/main">
              <a:ext uri="{FF2B5EF4-FFF2-40B4-BE49-F238E27FC236}">
                <a16:creationId xmlns:a16="http://schemas.microsoft.com/office/drawing/2014/main" id="{E7A9BE4F-E730-49F3-9AF2-45EA05BA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1. 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에이전트는 왜 공유하기 어려울까?</a:t>
            </a:r>
          </a:p>
        </p:txBody>
      </p:sp>
    </p:spTree>
    <p:extLst>
      <p:ext uri="{BB962C8B-B14F-4D97-AF65-F5344CB8AC3E}">
        <p14:creationId xmlns:p14="http://schemas.microsoft.com/office/powerpoint/2010/main" val="1013347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Google Shape;271;p49">
            <a:extLst xmlns:a="http://schemas.openxmlformats.org/drawingml/2006/main">
              <a:ext uri="{FF2B5EF4-FFF2-40B4-BE49-F238E27FC236}">
                <a16:creationId xmlns:a16="http://schemas.microsoft.com/office/drawing/2014/main" id="{8EBD1BAA-9FD2-43E9-8E5C-6B1C54B30361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공유하려는 순간 세 가지 문제가 생겼습니다</a:t>
            </a:r>
          </a:p>
        </p:txBody>
      </p:sp>
      <p:sp>
        <p:nvSpPr>
          <p:cNvPr id="272" name="Google Shape;272;p49">
            <a:extLst xmlns:a="http://schemas.openxmlformats.org/drawingml/2006/main">
              <a:ext uri="{FF2B5EF4-FFF2-40B4-BE49-F238E27FC236}">
                <a16:creationId xmlns:a16="http://schemas.microsoft.com/office/drawing/2014/main" id="{9227535D-7C57-4D0A-9621-1C88F1C2BBE0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b="1">
                <a:solidFill>
                  <a:srgbClr val="2A7D63"/>
                </a:solidFill>
              </a:rPr>
              <a:t>01  </a:t>
            </a:r>
            <a:r>
              <a:rPr b="1"/>
              <a:t>노하우가 그대로 보인다</a:t>
            </a:r>
          </a:p>
          <a:p xmlns:a="http://schemas.openxmlformats.org/drawingml/2006/main">
            <a:pPr>
              <a:spcAft>
                <a:spcPts val="17"/>
              </a:spcAft>
            </a:pPr>
            <a:r>
              <a:t>작업 방식과 판단 기준이 쉽게 복제됩니다.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b="1">
                <a:solidFill>
                  <a:srgbClr val="2A7D63"/>
                </a:solidFill>
              </a:rPr>
              <a:t>02  </a:t>
            </a:r>
            <a:r>
              <a:rPr b="1"/>
              <a:t>에이전트가 나를 대신할까 불안하다</a:t>
            </a:r>
          </a:p>
          <a:p xmlns:a="http://schemas.openxmlformats.org/drawingml/2006/main">
            <a:pPr>
              <a:spcAft>
                <a:spcPts val="17"/>
              </a:spcAft>
            </a:pPr>
            <a:r>
              <a:t>만든 사람보다 에이전트만 필요해질 수 있습니다.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b="1">
                <a:solidFill>
                  <a:srgbClr val="2A7D63"/>
                </a:solidFill>
              </a:rPr>
              <a:t>03  </a:t>
            </a:r>
            <a:r>
              <a:rPr b="1"/>
              <a:t>사용되어도 보상이 돌아오지 않는다</a:t>
            </a:r>
          </a:p>
          <a:p xmlns:a="http://schemas.openxmlformats.org/drawingml/2006/main">
            <a:r>
              <a:t>시간과 시행착오가 가치로 인정받기 어렵습니다.</a:t>
            </a:r>
          </a:p>
        </p:txBody>
      </p:sp>
      <p:sp>
        <p:nvSpPr>
          <p:cNvPr id="273" name="Google Shape;273;p49">
            <a:extLst xmlns:a="http://schemas.openxmlformats.org/drawingml/2006/main">
              <a:ext uri="{FF2B5EF4-FFF2-40B4-BE49-F238E27FC236}">
                <a16:creationId xmlns:a16="http://schemas.microsoft.com/office/drawing/2014/main" id="{789C1B97-A9C8-4F62-9F13-C8896518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1. 에이전트는 왜 공유하기 어려울까?</a:t>
            </a:r>
          </a:p>
        </p:txBody>
      </p:sp>
    </p:spTree>
    <p:extLst>
      <p:ext uri="{BB962C8B-B14F-4D97-AF65-F5344CB8AC3E}">
        <p14:creationId xmlns:p14="http://schemas.microsoft.com/office/powerpoint/2010/main" val="18917435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8" name="Google Shape;278;p50">
            <a:extLst xmlns:a="http://schemas.openxmlformats.org/drawingml/2006/main">
              <a:ext uri="{FF2B5EF4-FFF2-40B4-BE49-F238E27FC236}">
                <a16:creationId xmlns:a16="http://schemas.microsoft.com/office/drawing/2014/main" id="{FDF455F3-AA18-4F4F-8B10-DD1A4746AB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Chapter #2</a:t>
            </a:r>
          </a:p>
        </p:txBody>
      </p:sp>
      <p:sp>
        <p:nvSpPr>
          <p:cNvPr id="279" name="Google Shape;279;p50">
            <a:extLst xmlns:a="http://schemas.openxmlformats.org/drawingml/2006/main">
              <a:ext uri="{FF2B5EF4-FFF2-40B4-BE49-F238E27FC236}">
                <a16:creationId xmlns:a16="http://schemas.microsoft.com/office/drawing/2014/main" id="{E9D0F30F-5879-4634-96DC-2B8D1EA9D7B4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에이전트를 안전하게 공유하려면?</a:t>
            </a:r>
          </a:p>
        </p:txBody>
      </p:sp>
    </p:spTree>
    <p:extLst>
      <p:ext uri="{BB962C8B-B14F-4D97-AF65-F5344CB8AC3E}">
        <p14:creationId xmlns:p14="http://schemas.microsoft.com/office/powerpoint/2010/main" val="13226114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Google Shape;284;p51">
            <a:extLst xmlns:a="http://schemas.openxmlformats.org/drawingml/2006/main">
              <a:ext uri="{FF2B5EF4-FFF2-40B4-BE49-F238E27FC236}">
                <a16:creationId xmlns:a16="http://schemas.microsoft.com/office/drawing/2014/main" id="{9EC71D99-7C80-4F9D-960B-063F722B4E3F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공유하되, 모든 것을 보여줄 필요는 없습니다</a:t>
            </a:r>
          </a:p>
        </p:txBody>
      </p:sp>
      <p:sp>
        <p:nvSpPr>
          <p:cNvPr id="285" name="Google Shape;285;p51">
            <a:extLst xmlns:a="http://schemas.openxmlformats.org/drawingml/2006/main">
              <a:ext uri="{FF2B5EF4-FFF2-40B4-BE49-F238E27FC236}">
                <a16:creationId xmlns:a16="http://schemas.microsoft.com/office/drawing/2014/main" id="{E8E3600F-4269-48FB-8C99-11AD5BA604E4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Prototype · 사용자는 결과를 쓰고, 제작자의 프롬프트와 판단 기준은 보호합니다</a:t>
            </a:r>
          </a:p>
        </p:txBody>
      </p:sp>
      <p:sp>
        <p:nvSpPr>
          <p:cNvPr id="286" name="Google Shape;286;p51">
            <a:extLst xmlns:a="http://schemas.openxmlformats.org/drawingml/2006/main">
              <a:ext uri="{FF2B5EF4-FFF2-40B4-BE49-F238E27FC236}">
                <a16:creationId xmlns:a16="http://schemas.microsoft.com/office/drawing/2014/main" id="{0836E171-ECB5-411F-B3F0-57297B73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041"/>
            <a:ext cx="4762500" cy="285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Chapter 2. 에이전트를 안전하게 공유하려면?</a:t>
            </a:r>
          </a:p>
        </p:txBody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1cd64db3c44e3"/>
          <a:stretch xmlns:a="http://schemas.openxmlformats.org/drawingml/2006/main"/>
        </p:blipFill>
        <p:spPr>
          <a:xfrm xmlns:a="http://schemas.openxmlformats.org/drawingml/2006/main">
            <a:off x="857250" y="1762125"/>
            <a:ext cx="7429500" cy="2714625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</p:spTree>
    <p:extLst>
      <p:ext uri="{BB962C8B-B14F-4D97-AF65-F5344CB8AC3E}">
        <p14:creationId xmlns:p14="http://schemas.microsoft.com/office/powerpoint/2010/main" val="2549714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Google Shape;291;p52">
            <a:extLst xmlns:a="http://schemas.openxmlformats.org/drawingml/2006/main">
              <a:ext uri="{FF2B5EF4-FFF2-40B4-BE49-F238E27FC236}">
                <a16:creationId xmlns:a16="http://schemas.microsoft.com/office/drawing/2014/main" id="{3399B6AD-22D1-44B4-8F0A-90E0945AAAE8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40" tIns="91440" rIns="91440" bIns="91440" anchor="t">
            <a:normAutofit fontScale="91353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공유하되, 어떻게 사용되는지는 알 수 있어야 합니다</a:t>
            </a:r>
          </a:p>
        </p:txBody>
      </p:sp>
      <p:sp>
        <p:nvSpPr>
          <p:cNvPr id="292" name="Google Shape;292;p52">
            <a:extLst xmlns:a="http://schemas.openxmlformats.org/drawingml/2006/main">
              <a:ext uri="{FF2B5EF4-FFF2-40B4-BE49-F238E27FC236}">
                <a16:creationId xmlns:a16="http://schemas.microsoft.com/office/drawing/2014/main" id="{E9041E0E-19B6-4028-840E-5F6084E37C0E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>
                <a:solidFill>
                  <a:srgbClr val="595959"/>
                </a:solidFill>
                <a:latin typeface="Noto Sans KR"/>
                <a:ea typeface="Noto Sans KR"/>
                <a:cs typeface="Noto Sans KR"/>
              </a:defRPr>
            </a:pPr>
            <a:r>
              <a:rPr sz="1800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Prototype · 제작자는 공개 상태와 버전, 사용량을 확인하고 에이전트를 계속 관리합니다</a:t>
            </a:r>
          </a:p>
        </p:txBody>
      </p:sp>
      <p:sp>
        <p:nvSpPr>
          <p:cNvPr id="293" name="Google Shape;293;p52">
            <a:extLst xmlns:a="http://schemas.openxmlformats.org/drawingml/2006/main">
              <a:ext uri="{FF2B5EF4-FFF2-40B4-BE49-F238E27FC236}">
                <a16:creationId xmlns:a16="http://schemas.microsoft.com/office/drawing/2014/main" id="{1CEC51E8-FD7F-4D20-A69A-3B92F619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041"/>
            <a:ext cx="4762500" cy="285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2. 에이전트를 안전하게 공유하려면?</a:t>
            </a:r>
          </a:p>
        </p:txBody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664bbe2034b91"/>
          <a:stretch xmlns:a="http://schemas.openxmlformats.org/drawingml/2006/main"/>
        </p:blipFill>
        <p:spPr>
          <a:xfrm xmlns:a="http://schemas.openxmlformats.org/drawingml/2006/main">
            <a:off x="857250" y="1762125"/>
            <a:ext cx="7429500" cy="2714625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</p:spTree>
    <p:extLst>
      <p:ext uri="{BB962C8B-B14F-4D97-AF65-F5344CB8AC3E}">
        <p14:creationId xmlns:p14="http://schemas.microsoft.com/office/powerpoint/2010/main" val="7113218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53">
            <a:extLst xmlns:a="http://schemas.openxmlformats.org/drawingml/2006/main">
              <a:ext uri="{FF2B5EF4-FFF2-40B4-BE49-F238E27FC236}">
                <a16:creationId xmlns:a16="http://schemas.microsoft.com/office/drawing/2014/main" id="{18EE16F6-EEB5-4A58-8B38-8E2CB313BC82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사용이 가치가 된다면, 보상도 제작자에게 돌아가야 합니다</a:t>
            </a:r>
          </a:p>
        </p:txBody>
      </p:sp>
      <p:sp>
        <p:nvSpPr>
          <p:cNvPr id="299" name="Google Shape;299;p53">
            <a:extLst xmlns:a="http://schemas.openxmlformats.org/drawingml/2006/main">
              <a:ext uri="{FF2B5EF4-FFF2-40B4-BE49-F238E27FC236}">
                <a16:creationId xmlns:a16="http://schemas.microsoft.com/office/drawing/2014/main" id="{79505DDD-E0D9-436F-B5CC-DAF2C3997AC6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Prototype · 실행당 또는 구독 가격을 정하고, 사용을 제작자의 보상과 연결합니다</a:t>
            </a:r>
          </a:p>
        </p:txBody>
      </p:sp>
      <p:sp>
        <p:nvSpPr>
          <p:cNvPr id="300" name="Google Shape;300;p53">
            <a:extLst xmlns:a="http://schemas.openxmlformats.org/drawingml/2006/main">
              <a:ext uri="{FF2B5EF4-FFF2-40B4-BE49-F238E27FC236}">
                <a16:creationId xmlns:a16="http://schemas.microsoft.com/office/drawing/2014/main" id="{1E91FDA4-9837-437D-8495-624E0B24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041"/>
            <a:ext cx="4762500" cy="285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Chapter 2. 에이전트를 안전하게 공유하려면?</a:t>
            </a:r>
          </a:p>
        </p:txBody>
      </p:sp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0b2b5e4e64279"/>
          <a:stretch xmlns:a="http://schemas.openxmlformats.org/drawingml/2006/main"/>
        </p:blipFill>
        <p:spPr>
          <a:xfrm xmlns:a="http://schemas.openxmlformats.org/drawingml/2006/main">
            <a:off x="1476375" y="1666875"/>
            <a:ext cx="6191250" cy="2905125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</p:spTree>
    <p:extLst>
      <p:ext uri="{BB962C8B-B14F-4D97-AF65-F5344CB8AC3E}">
        <p14:creationId xmlns:p14="http://schemas.microsoft.com/office/powerpoint/2010/main" val="1295678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Google Shape;305;p54">
            <a:extLst xmlns:a="http://schemas.openxmlformats.org/drawingml/2006/main">
              <a:ext uri="{FF2B5EF4-FFF2-40B4-BE49-F238E27FC236}">
                <a16:creationId xmlns:a16="http://schemas.microsoft.com/office/drawing/2014/main" id="{522540EC-CA5A-4B54-9832-F67B851F6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85950" y="1942213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Chapter #3</a:t>
            </a:r>
          </a:p>
        </p:txBody>
      </p:sp>
      <p:sp>
        <p:nvSpPr>
          <p:cNvPr id="306" name="Google Shape;306;p54">
            <a:extLst xmlns:a="http://schemas.openxmlformats.org/drawingml/2006/main">
              <a:ext uri="{FF2B5EF4-FFF2-40B4-BE49-F238E27FC236}">
                <a16:creationId xmlns:a16="http://schemas.microsoft.com/office/drawing/2014/main" id="{AFD09506-7B10-418D-8C52-B3397F77C38B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11200" y="2346288"/>
            <a:ext cx="5086500" cy="45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그래서, </a:t>
            </a:r>
            <a:r>
              <a:t>HireMe</a:t>
            </a:r>
            <a:r>
              <a:t>를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19927044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55">
            <a:extLst xmlns:a="http://schemas.openxmlformats.org/drawingml/2006/main">
              <a:ext uri="{FF2B5EF4-FFF2-40B4-BE49-F238E27FC236}">
                <a16:creationId xmlns:a16="http://schemas.microsoft.com/office/drawing/2014/main" id="{38A891E7-D617-4A0A-8931-3D2DE250D7D3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필요한 전문성을 가진 에이전트를 찾고</a:t>
            </a:r>
          </a:p>
        </p:txBody>
      </p:sp>
      <p:sp>
        <p:nvSpPr>
          <p:cNvPr id="312" name="Google Shape;312;p55">
            <a:extLst xmlns:a="http://schemas.openxmlformats.org/drawingml/2006/main">
              <a:ext uri="{FF2B5EF4-FFF2-40B4-BE49-F238E27FC236}">
                <a16:creationId xmlns:a16="http://schemas.microsoft.com/office/drawing/2014/main" id="{880AB2E5-AC11-4FE0-9618-E239D7BB7388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Prototype · 역할과 결과 예시, 가격을 확인한 뒤 필요한 에이전트를 고용합니다</a:t>
            </a:r>
          </a:p>
        </p:txBody>
      </p:sp>
      <p:sp>
        <p:nvSpPr>
          <p:cNvPr id="313" name="Google Shape;313;p55">
            <a:extLst xmlns:a="http://schemas.openxmlformats.org/drawingml/2006/main">
              <a:ext uri="{FF2B5EF4-FFF2-40B4-BE49-F238E27FC236}">
                <a16:creationId xmlns:a16="http://schemas.microsoft.com/office/drawing/2014/main" id="{7B34E383-71F8-4E79-AA1A-553735D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3. 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그래서, HireMe를 만들었습니다.</a:t>
            </a: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92c11668a4296"/>
          <a:stretch xmlns:a="http://schemas.openxmlformats.org/drawingml/2006/main"/>
        </p:blipFill>
        <p:spPr>
          <a:xfrm xmlns:a="http://schemas.openxmlformats.org/drawingml/2006/main">
            <a:off x="666750" y="1714500"/>
            <a:ext cx="7810500" cy="2809875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8702122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8" name="Google Shape;318;p56">
            <a:extLst xmlns:a="http://schemas.openxmlformats.org/drawingml/2006/main">
              <a:ext uri="{FF2B5EF4-FFF2-40B4-BE49-F238E27FC236}">
                <a16:creationId xmlns:a16="http://schemas.microsoft.com/office/drawing/2014/main" id="{60EC8FAC-1995-4D47-99B2-62E4D33F0AB8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보여줄 정보와 지킬 노하우를 나누고</a:t>
            </a:r>
          </a:p>
        </p:txBody>
      </p:sp>
      <p:sp>
        <p:nvSpPr>
          <p:cNvPr id="319" name="Google Shape;319;p56">
            <a:extLst xmlns:a="http://schemas.openxmlformats.org/drawingml/2006/main">
              <a:ext uri="{FF2B5EF4-FFF2-40B4-BE49-F238E27FC236}">
                <a16:creationId xmlns:a16="http://schemas.microsoft.com/office/drawing/2014/main" id="{4DBE7C39-6A16-44E1-ABDF-9241751461E5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Prototype · 역할과 결과는 공개하지만, 내부 작업 방식은 실행 경계 안에 남깁니다</a:t>
            </a:r>
          </a:p>
        </p:txBody>
      </p:sp>
      <p:sp>
        <p:nvSpPr>
          <p:cNvPr id="320" name="Google Shape;320;p56">
            <a:extLst xmlns:a="http://schemas.openxmlformats.org/drawingml/2006/main">
              <a:ext uri="{FF2B5EF4-FFF2-40B4-BE49-F238E27FC236}">
                <a16:creationId xmlns:a16="http://schemas.microsoft.com/office/drawing/2014/main" id="{30F45DB7-5C35-487A-A611-2759EA23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3. 그래서, HireMe를 만들었습니다.</a:t>
            </a:r>
          </a:p>
        </p:txBody>
      </p:sp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8f97aa699486b"/>
          <a:stretch xmlns:a="http://schemas.openxmlformats.org/drawingml/2006/main"/>
        </p:blipFill>
        <p:spPr>
          <a:xfrm xmlns:a="http://schemas.openxmlformats.org/drawingml/2006/main">
            <a:off x="666750" y="1714500"/>
            <a:ext cx="7810500" cy="2809875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12645839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Google Shape;325;p57">
            <a:extLst xmlns:a="http://schemas.openxmlformats.org/drawingml/2006/main">
              <a:ext uri="{FF2B5EF4-FFF2-40B4-BE49-F238E27FC236}">
                <a16:creationId xmlns:a16="http://schemas.microsoft.com/office/drawing/2014/main" id="{F8615031-7113-45F7-97AB-653B107E3CFB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21715" y="505117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고용한 에이전트에게 대화로 일을 맡깁니다</a:t>
            </a:r>
          </a:p>
        </p:txBody>
      </p:sp>
      <p:sp>
        <p:nvSpPr>
          <p:cNvPr id="326" name="Google Shape;326;p57">
            <a:extLst xmlns:a="http://schemas.openxmlformats.org/drawingml/2006/main">
              <a:ext uri="{FF2B5EF4-FFF2-40B4-BE49-F238E27FC236}">
                <a16:creationId xmlns:a16="http://schemas.microsoft.com/office/drawing/2014/main" id="{23A61D3C-4B02-4D44-A174-61DC96D8B150}"/>
              </a:ext>
            </a:extLst>
          </p:cNvPr>
          <p:cNvSpPr>
            <a:spLocks xmlns:a="http://schemas.openxmlformats.org/drawingml/2006/main" noGrp="1"/>
          </p:cNvSpPr>
          <p:nvPr>
            <p:ph type="body" idx="4294967295"/>
          </p:nvPr>
        </p:nvSpPr>
        <p:spPr>
          <a:xfrm xmlns:a="http://schemas.openxmlformats.org/drawingml/2006/main">
            <a:off x="311658" y="1152430"/>
            <a:ext cx="8520589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Prototype · 맥락을 주고 결과를 검토하며, 필요한 만큼 다시 요청합니다</a:t>
            </a:r>
          </a:p>
        </p:txBody>
      </p:sp>
      <p:sp>
        <p:nvSpPr>
          <p:cNvPr id="327" name="Google Shape;327;p57">
            <a:extLst xmlns:a="http://schemas.openxmlformats.org/drawingml/2006/main">
              <a:ext uri="{FF2B5EF4-FFF2-40B4-BE49-F238E27FC236}">
                <a16:creationId xmlns:a16="http://schemas.microsoft.com/office/drawing/2014/main" id="{D0588F78-283F-4631-93A7-225EE6A2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9" y="326015"/>
            <a:ext cx="4762500" cy="2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E5A38"/>
                </a:solidFill>
                <a:latin typeface="Noto Sans KR"/>
                <a:ea typeface="Noto Sans KR"/>
                <a:cs typeface="Noto Sans KR"/>
              </a:rPr>
              <a:t>Chapter 3. 그래서, HireMe를 만들었습니다.</a:t>
            </a:r>
          </a:p>
        </p:txBody>
      </p:sp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982573ed34784"/>
          <a:stretch xmlns:a="http://schemas.openxmlformats.org/drawingml/2006/main"/>
        </p:blipFill>
        <p:spPr>
          <a:xfrm xmlns:a="http://schemas.openxmlformats.org/drawingml/2006/main">
            <a:off x="666750" y="1714500"/>
            <a:ext cx="7810500" cy="2809875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6504505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58">
            <a:extLst xmlns:a="http://schemas.openxmlformats.org/drawingml/2006/main">
              <a:ext uri="{FF2B5EF4-FFF2-40B4-BE49-F238E27FC236}">
                <a16:creationId xmlns:a16="http://schemas.microsoft.com/office/drawing/2014/main" id="{FE69E262-02D1-498F-9712-132CB9D0A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3825" y="1864775"/>
            <a:ext cx="5103900" cy="127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 fontScale="71988"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에이전트를 공유한다는 것은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전문성을 고용하게 만드는 일</a:t>
            </a:r>
          </a:p>
        </p:txBody>
      </p:sp>
      <p:sp>
        <p:nvSpPr>
          <p:cNvPr id="333" name="Google Shape;333;p58">
            <a:extLst xmlns:a="http://schemas.openxmlformats.org/drawingml/2006/main">
              <a:ext uri="{FF2B5EF4-FFF2-40B4-BE49-F238E27FC236}">
                <a16:creationId xmlns:a16="http://schemas.microsoft.com/office/drawing/2014/main" id="{13C119DA-75BD-4D58-A08A-503BF1A7219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5308100" y="3443300"/>
            <a:ext cx="2221500" cy="54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40" tIns="91440" rIns="91440" bIns="9144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— HireMe</a:t>
            </a:r>
          </a:p>
        </p:txBody>
      </p:sp>
    </p:spTree>
    <p:extLst>
      <p:ext uri="{BB962C8B-B14F-4D97-AF65-F5344CB8AC3E}">
        <p14:creationId xmlns:p14="http://schemas.microsoft.com/office/powerpoint/2010/main" val="763529515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e4afcccd68d41c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8" name="Google Shape;338;p59">
            <a:extLst xmlns:a="http://schemas.openxmlformats.org/drawingml/2006/main">
              <a:ext uri="{FF2B5EF4-FFF2-40B4-BE49-F238E27FC236}">
                <a16:creationId xmlns:a16="http://schemas.microsoft.com/office/drawing/2014/main" id="{A0D4BE7F-2A2C-4236-B501-92243CF5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  <a:p xmlns:a="http://schemas.openxmlformats.org/drawingml/2006/main">
            <a:pPr marL="0" indent="0" algn="l">
              <a:spcBef>
                <a:spcPts val="375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공동체와 함께 성장하는 즐거움, 가짜연구소 (</a:t>
            </a:r>
            <a:r>
              <a:rPr sz="16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글 자유 수정 가능</a:t>
            </a:r>
            <a:r>
              <a:rPr sz="16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pic>
        <p:nvPicPr>
          <p:cNvPr id="351" name="Google Shape;339;p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649ee361b451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7427" y="1870481"/>
            <a:ext cx="473100" cy="473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0" name="Google Shape;340;p59">
            <a:extLst xmlns:a="http://schemas.openxmlformats.org/drawingml/2006/main">
              <a:ext uri="{FF2B5EF4-FFF2-40B4-BE49-F238E27FC236}">
                <a16:creationId xmlns:a16="http://schemas.microsoft.com/office/drawing/2014/main" id="{095E1A10-37C7-465C-890A-FB587A4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834" y="1870746"/>
            <a:ext cx="13698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375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GitHub</a:t>
            </a:r>
          </a:p>
        </p:txBody>
      </p:sp>
      <p:pic>
        <p:nvPicPr>
          <p:cNvPr id="353" name="Google Shape;341;p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cf975d236459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5399" y="2401965"/>
            <a:ext cx="2341400" cy="2341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2" name="Google Shape;342;p59">
            <a:extLst xmlns:a="http://schemas.openxmlformats.org/drawingml/2006/main">
              <a:ext uri="{FF2B5EF4-FFF2-40B4-BE49-F238E27FC236}">
                <a16:creationId xmlns:a16="http://schemas.microsoft.com/office/drawing/2014/main" id="{E90079C8-44D4-4EC9-B2B3-B5FC6EF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680" y="1870740"/>
            <a:ext cx="13698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375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LinkedIn</a:t>
            </a:r>
          </a:p>
        </p:txBody>
      </p:sp>
      <p:pic>
        <p:nvPicPr>
          <p:cNvPr id="355" name="Google Shape;343;p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450284368415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0198" y="1913852"/>
            <a:ext cx="386405" cy="3863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6" name="Google Shape;344;p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cf975d236459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5868" y="2401965"/>
            <a:ext cx="2341400" cy="2341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5" name="Google Shape;345;p59">
            <a:extLst xmlns:a="http://schemas.openxmlformats.org/drawingml/2006/main">
              <a:ext uri="{FF2B5EF4-FFF2-40B4-BE49-F238E27FC236}">
                <a16:creationId xmlns:a16="http://schemas.microsoft.com/office/drawing/2014/main" id="{4115D52D-FAD4-49B8-95B7-D0607F5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275" y="166700"/>
            <a:ext cx="1369800" cy="27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3004207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2026-07-18T00:28:09.7300000Z</dcterms:created>
  <dcterms:modified xsi:type="dcterms:W3CDTF">2026-07-18T00:28:09.7300000Z</dcterms:modified>
</coreProperties>
</file>