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221673b11243e9" /><Relationship Type="http://schemas.openxmlformats.org/officeDocument/2006/relationships/extended-properties" Target="/docProps/app.xml" Id="R405b7e31297f4562" /><Relationship Type="http://schemas.openxmlformats.org/officeDocument/2006/relationships/officeDocument" Target="/ppt/presentation.xml" Id="R71af37c61057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ca17339add4de7"/>
  </p:sldMasterIdLst>
  <p:notesMasterIdLst>
    <p:notesMasterId xmlns:r="http://schemas.openxmlformats.org/officeDocument/2006/relationships" r:id="R443d2555c51f4530"/>
  </p:notesMasterIdLst>
  <p:sldIdLst>
    <p:sldId xmlns:r="http://schemas.openxmlformats.org/officeDocument/2006/relationships" id="256" r:id="R828c24b8711042df"/>
    <p:sldId xmlns:r="http://schemas.openxmlformats.org/officeDocument/2006/relationships" id="257" r:id="Rbe0b6c5a1f2a4b67"/>
    <p:sldId xmlns:r="http://schemas.openxmlformats.org/officeDocument/2006/relationships" id="258" r:id="R865034af76814271"/>
    <p:sldId xmlns:r="http://schemas.openxmlformats.org/officeDocument/2006/relationships" id="259" r:id="R07285243a13e474a"/>
    <p:sldId xmlns:r="http://schemas.openxmlformats.org/officeDocument/2006/relationships" id="260" r:id="Ra6ff01eda97f4953"/>
    <p:sldId xmlns:r="http://schemas.openxmlformats.org/officeDocument/2006/relationships" id="261" r:id="Rc90a5f6db6d64d44"/>
    <p:sldId xmlns:r="http://schemas.openxmlformats.org/officeDocument/2006/relationships" id="262" r:id="R770bf89d7ec04342"/>
    <p:sldId xmlns:r="http://schemas.openxmlformats.org/officeDocument/2006/relationships" id="263" r:id="Rf6e25125378545a8"/>
    <p:sldId xmlns:r="http://schemas.openxmlformats.org/officeDocument/2006/relationships" id="264" r:id="Racf8599c19084fd8"/>
    <p:sldId xmlns:r="http://schemas.openxmlformats.org/officeDocument/2006/relationships" id="265" r:id="R8de2ef7725364590"/>
    <p:sldId xmlns:r="http://schemas.openxmlformats.org/officeDocument/2006/relationships" id="266" r:id="R7060a1df19b045c9"/>
    <p:sldId xmlns:r="http://schemas.openxmlformats.org/officeDocument/2006/relationships" id="267" r:id="R3235b30532c449db"/>
    <p:sldId xmlns:r="http://schemas.openxmlformats.org/officeDocument/2006/relationships" id="268" r:id="R3aeb40b754bc4760"/>
    <p:sldId xmlns:r="http://schemas.openxmlformats.org/officeDocument/2006/relationships" id="269" r:id="R90be51d802ef455a"/>
    <p:sldId xmlns:r="http://schemas.openxmlformats.org/officeDocument/2006/relationships" id="270" r:id="R9f80ad26c6bc450f"/>
    <p:sldId xmlns:r="http://schemas.openxmlformats.org/officeDocument/2006/relationships" id="271" r:id="R7216b1442b1a493a"/>
    <p:sldId xmlns:r="http://schemas.openxmlformats.org/officeDocument/2006/relationships" id="272" r:id="R647ae007ff864a95"/>
    <p:sldId xmlns:r="http://schemas.openxmlformats.org/officeDocument/2006/relationships" id="273" r:id="R15f162b4c0454ea1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d26a869e0479b" /><Relationship Type="http://schemas.openxmlformats.org/officeDocument/2006/relationships/slideMaster" Target="/ppt/slideMasters/slideMaster1.xml" Id="R8aca17339add4de7" /><Relationship Type="http://schemas.openxmlformats.org/officeDocument/2006/relationships/notesMaster" Target="/ppt/notesMasters/notesMaster1.xml" Id="R443d2555c51f4530" /><Relationship Type="http://schemas.openxmlformats.org/officeDocument/2006/relationships/presProps" Target="/ppt/presProps.xml" Id="R380516656e094692" /><Relationship Type="http://schemas.openxmlformats.org/officeDocument/2006/relationships/tableStyles" Target="/ppt/tableStyles.xml" Id="R92b692598cbf4679" /><Relationship Type="http://schemas.openxmlformats.org/officeDocument/2006/relationships/slide" Target="/ppt/slides/slide1.xml" Id="R828c24b8711042df" /><Relationship Type="http://schemas.openxmlformats.org/officeDocument/2006/relationships/slide" Target="/ppt/slides/slide2.xml" Id="Rbe0b6c5a1f2a4b67" /><Relationship Type="http://schemas.openxmlformats.org/officeDocument/2006/relationships/slide" Target="/ppt/slides/slide3.xml" Id="R865034af76814271" /><Relationship Type="http://schemas.openxmlformats.org/officeDocument/2006/relationships/slide" Target="/ppt/slides/slide4.xml" Id="R07285243a13e474a" /><Relationship Type="http://schemas.openxmlformats.org/officeDocument/2006/relationships/slide" Target="/ppt/slides/slide5.xml" Id="Ra6ff01eda97f4953" /><Relationship Type="http://schemas.openxmlformats.org/officeDocument/2006/relationships/slide" Target="/ppt/slides/slide6.xml" Id="Rc90a5f6db6d64d44" /><Relationship Type="http://schemas.openxmlformats.org/officeDocument/2006/relationships/slide" Target="/ppt/slides/slide7.xml" Id="R770bf89d7ec04342" /><Relationship Type="http://schemas.openxmlformats.org/officeDocument/2006/relationships/slide" Target="/ppt/slides/slide8.xml" Id="Rf6e25125378545a8" /><Relationship Type="http://schemas.openxmlformats.org/officeDocument/2006/relationships/slide" Target="/ppt/slides/slide9.xml" Id="Racf8599c19084fd8" /><Relationship Type="http://schemas.openxmlformats.org/officeDocument/2006/relationships/slide" Target="/ppt/slides/slide10.xml" Id="R8de2ef7725364590" /><Relationship Type="http://schemas.openxmlformats.org/officeDocument/2006/relationships/slide" Target="/ppt/slides/slide11.xml" Id="R7060a1df19b045c9" /><Relationship Type="http://schemas.openxmlformats.org/officeDocument/2006/relationships/slide" Target="/ppt/slides/slide12.xml" Id="R3235b30532c449db" /><Relationship Type="http://schemas.openxmlformats.org/officeDocument/2006/relationships/slide" Target="/ppt/slides/slide13.xml" Id="R3aeb40b754bc4760" /><Relationship Type="http://schemas.openxmlformats.org/officeDocument/2006/relationships/slide" Target="/ppt/slides/slide14.xml" Id="R90be51d802ef455a" /><Relationship Type="http://schemas.openxmlformats.org/officeDocument/2006/relationships/slide" Target="/ppt/slides/slide15.xml" Id="R9f80ad26c6bc450f" /><Relationship Type="http://schemas.openxmlformats.org/officeDocument/2006/relationships/slide" Target="/ppt/slides/slide16.xml" Id="R7216b1442b1a493a" /><Relationship Type="http://schemas.openxmlformats.org/officeDocument/2006/relationships/slide" Target="/ppt/slides/slide17.xml" Id="R647ae007ff864a95" /><Relationship Type="http://schemas.openxmlformats.org/officeDocument/2006/relationships/slide" Target="/ppt/slides/slide18.xml" Id="R15f162b4c045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ddfa72a266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97c41eb424058" /><Relationship Type="http://schemas.openxmlformats.org/officeDocument/2006/relationships/notesMaster" Target="/ppt/notesMasters/notesMaster1.xml" Id="Red3ebac5bccd42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1a889cabea4b4d" /><Relationship Type="http://schemas.openxmlformats.org/officeDocument/2006/relationships/notesMaster" Target="/ppt/notesMasters/notesMaster1.xml" Id="R0826c4ad94654b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02c3e6e9e74516" /><Relationship Type="http://schemas.openxmlformats.org/officeDocument/2006/relationships/notesMaster" Target="/ppt/notesMasters/notesMaster1.xml" Id="R370bbef0145b4c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cfbed4eb264a7c" /><Relationship Type="http://schemas.openxmlformats.org/officeDocument/2006/relationships/notesMaster" Target="/ppt/notesMasters/notesMaster1.xml" Id="R9703951bff8e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460ead2c5f47d2" /><Relationship Type="http://schemas.openxmlformats.org/officeDocument/2006/relationships/notesMaster" Target="/ppt/notesMasters/notesMaster1.xml" Id="Rb968e92bbd1d4c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f99ba4c7d4d0c" /><Relationship Type="http://schemas.openxmlformats.org/officeDocument/2006/relationships/notesMaster" Target="/ppt/notesMasters/notesMaster1.xml" Id="Rbb3b03ec1d5541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8b63441634320" /><Relationship Type="http://schemas.openxmlformats.org/officeDocument/2006/relationships/notesMaster" Target="/ppt/notesMasters/notesMaster1.xml" Id="Rd3d353d3765d45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132ab94c774eef" /><Relationship Type="http://schemas.openxmlformats.org/officeDocument/2006/relationships/notesMaster" Target="/ppt/notesMasters/notesMaster1.xml" Id="Rfe38bbaacc9c4d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a9aa289cb649c4" /><Relationship Type="http://schemas.openxmlformats.org/officeDocument/2006/relationships/notesMaster" Target="/ppt/notesMasters/notesMaster1.xml" Id="R799eec4a2beb46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0c3ce9f0c4119" /><Relationship Type="http://schemas.openxmlformats.org/officeDocument/2006/relationships/notesMaster" Target="/ppt/notesMasters/notesMaster1.xml" Id="R10740706f73648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64845029d444de" /><Relationship Type="http://schemas.openxmlformats.org/officeDocument/2006/relationships/notesMaster" Target="/ppt/notesMasters/notesMaster1.xml" Id="R4adf598138bd47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b6bb38bf704cf0" /><Relationship Type="http://schemas.openxmlformats.org/officeDocument/2006/relationships/notesMaster" Target="/ppt/notesMasters/notesMaster1.xml" Id="R6af439e8477243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0764c0b73d4201" /><Relationship Type="http://schemas.openxmlformats.org/officeDocument/2006/relationships/notesMaster" Target="/ppt/notesMasters/notesMaster1.xml" Id="R7ea6926cb22e44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509748b75442ce" /><Relationship Type="http://schemas.openxmlformats.org/officeDocument/2006/relationships/notesMaster" Target="/ppt/notesMasters/notesMaster1.xml" Id="R1a94211128a94a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07e95cd53945a4" /><Relationship Type="http://schemas.openxmlformats.org/officeDocument/2006/relationships/notesMaster" Target="/ppt/notesMasters/notesMaster1.xml" Id="R9325970159994e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cedf481cc041c8" /><Relationship Type="http://schemas.openxmlformats.org/officeDocument/2006/relationships/notesMaster" Target="/ppt/notesMasters/notesMaster1.xml" Id="R10e18ac01b0444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ac0cd628e147f7" /><Relationship Type="http://schemas.openxmlformats.org/officeDocument/2006/relationships/notesMaster" Target="/ppt/notesMasters/notesMaster1.xml" Id="R4368dc0b83334a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e2327c630a491e" /><Relationship Type="http://schemas.openxmlformats.org/officeDocument/2006/relationships/notesMaster" Target="/ppt/notesMasters/notesMaster1.xml" Id="Rb77a21eafd28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8124f5d6440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565a308e484f13" /><Relationship Type="http://schemas.openxmlformats.org/officeDocument/2006/relationships/slideLayout" Target="/ppt/slideLayouts/slideLayout1.xml" Id="Rb432f6d66f7249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2f6d66f7249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f69c0530e4ae7" /><Relationship Type="http://schemas.openxmlformats.org/officeDocument/2006/relationships/image" Target="/ppt/media/image.jpeg" Id="Rea81f972d3c9456e" /><Relationship Type="http://schemas.openxmlformats.org/officeDocument/2006/relationships/notesSlide" Target="/ppt/notesSlides/notesSlide1.xml" Id="R48c998a1d4b4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5189b92264d5d" /><Relationship Type="http://schemas.openxmlformats.org/officeDocument/2006/relationships/image" Target="/ppt/media/image2.jpeg" Id="R403b05151fbf4e5c" /><Relationship Type="http://schemas.openxmlformats.org/officeDocument/2006/relationships/notesSlide" Target="/ppt/notesSlides/notesSlide2.xml" Id="R141b57dc8f1441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27ccd00db4f09" /><Relationship Type="http://schemas.openxmlformats.org/officeDocument/2006/relationships/image" Target="/ppt/media/image3.jpeg" Id="R5a1c8b1006b04e37" /><Relationship Type="http://schemas.openxmlformats.org/officeDocument/2006/relationships/notesSlide" Target="/ppt/notesSlides/notesSlide3.xml" Id="R8b447bfa3d96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25b98c4e6474b" /><Relationship Type="http://schemas.openxmlformats.org/officeDocument/2006/relationships/image" Target="/ppt/media/image4.jpeg" Id="R177781d945b3411c" /><Relationship Type="http://schemas.openxmlformats.org/officeDocument/2006/relationships/notesSlide" Target="/ppt/notesSlides/notesSlide4.xml" Id="Rb0a2a674085f41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0cc39b8c4e03" /><Relationship Type="http://schemas.openxmlformats.org/officeDocument/2006/relationships/image" Target="/ppt/media/image5.jpeg" Id="Rd545da25d8894b49" /><Relationship Type="http://schemas.openxmlformats.org/officeDocument/2006/relationships/notesSlide" Target="/ppt/notesSlides/notesSlide5.xml" Id="R54efbf483a79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29d62bb9f4e82" /><Relationship Type="http://schemas.openxmlformats.org/officeDocument/2006/relationships/image" Target="/ppt/media/image6.jpeg" Id="Rafbdb5c367964af7" /><Relationship Type="http://schemas.openxmlformats.org/officeDocument/2006/relationships/notesSlide" Target="/ppt/notesSlides/notesSlide6.xml" Id="R43a69736224f4b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3b72ec5244350" /><Relationship Type="http://schemas.openxmlformats.org/officeDocument/2006/relationships/image" Target="/ppt/media/image7.jpeg" Id="R32af2c6284564777" /><Relationship Type="http://schemas.openxmlformats.org/officeDocument/2006/relationships/notesSlide" Target="/ppt/notesSlides/notesSlide7.xml" Id="Rf710915f0d7541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5181316fa4aad" /><Relationship Type="http://schemas.openxmlformats.org/officeDocument/2006/relationships/image" Target="/ppt/media/image8.jpeg" Id="R39ceffe1edeb419b" /><Relationship Type="http://schemas.openxmlformats.org/officeDocument/2006/relationships/notesSlide" Target="/ppt/notesSlides/notesSlide8.xml" Id="R92ac2ae8e9ec47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9d770c8bb4a1b" /><Relationship Type="http://schemas.openxmlformats.org/officeDocument/2006/relationships/image" Target="/ppt/media/image9.jpeg" Id="Re5c735fc056840e6" /><Relationship Type="http://schemas.openxmlformats.org/officeDocument/2006/relationships/notesSlide" Target="/ppt/notesSlides/notesSlide9.xml" Id="Rcc915f8e383645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7106f9da44727" /><Relationship Type="http://schemas.openxmlformats.org/officeDocument/2006/relationships/image" Target="/ppt/media/image10.jpeg" Id="R97864ed4b994467c" /><Relationship Type="http://schemas.openxmlformats.org/officeDocument/2006/relationships/notesSlide" Target="/ppt/notesSlides/notesSlide10.xml" Id="R56d313e4744a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d784cca9a488f" /><Relationship Type="http://schemas.openxmlformats.org/officeDocument/2006/relationships/image" Target="/ppt/media/image11.jpeg" Id="R7e2f69e8570a46a2" /><Relationship Type="http://schemas.openxmlformats.org/officeDocument/2006/relationships/notesSlide" Target="/ppt/notesSlides/notesSlide11.xml" Id="Re66185e1048e44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f9e26f3f948f1" /><Relationship Type="http://schemas.openxmlformats.org/officeDocument/2006/relationships/image" Target="/ppt/media/image12.jpeg" Id="R28485e9f0cd14a3f" /><Relationship Type="http://schemas.openxmlformats.org/officeDocument/2006/relationships/notesSlide" Target="/ppt/notesSlides/notesSlide12.xml" Id="R54c907ae32104a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945f36697419a" /><Relationship Type="http://schemas.openxmlformats.org/officeDocument/2006/relationships/image" Target="/ppt/media/image13.jpeg" Id="R810bdaabb15d4452" /><Relationship Type="http://schemas.openxmlformats.org/officeDocument/2006/relationships/notesSlide" Target="/ppt/notesSlides/notesSlide13.xml" Id="Rd10dea16a09349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3dc0a422741ac" /><Relationship Type="http://schemas.openxmlformats.org/officeDocument/2006/relationships/image" Target="/ppt/media/image14.jpeg" Id="R36344a052e1d4aa9" /><Relationship Type="http://schemas.openxmlformats.org/officeDocument/2006/relationships/notesSlide" Target="/ppt/notesSlides/notesSlide14.xml" Id="R6a19b7a1de634e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bbc3a818450f" /><Relationship Type="http://schemas.openxmlformats.org/officeDocument/2006/relationships/image" Target="/ppt/media/image15.jpeg" Id="Rc6dc24f4131a4289" /><Relationship Type="http://schemas.openxmlformats.org/officeDocument/2006/relationships/notesSlide" Target="/ppt/notesSlides/notesSlide15.xml" Id="R2eb4a40900e244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c55f1dcac4d07" /><Relationship Type="http://schemas.openxmlformats.org/officeDocument/2006/relationships/image" Target="/ppt/media/image16.jpeg" Id="R711fe1204263466f" /><Relationship Type="http://schemas.openxmlformats.org/officeDocument/2006/relationships/notesSlide" Target="/ppt/notesSlides/notesSlide16.xml" Id="R631f09e1c9df4b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8217fe034ef4" /><Relationship Type="http://schemas.openxmlformats.org/officeDocument/2006/relationships/image" Target="/ppt/media/image17.jpeg" Id="R067fff77766b4172" /><Relationship Type="http://schemas.openxmlformats.org/officeDocument/2006/relationships/notesSlide" Target="/ppt/notesSlides/notesSlide17.xml" Id="Raf116e7adebc4d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937966f204937" /><Relationship Type="http://schemas.openxmlformats.org/officeDocument/2006/relationships/image" Target="/ppt/media/image18.jpeg" Id="R7eb3c6c72a644fdd" /><Relationship Type="http://schemas.openxmlformats.org/officeDocument/2006/relationships/notesSlide" Target="/ppt/notesSlides/notesSlide18.xml" Id="R6ce18d9ebe254c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1f972d3c945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7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b05151fbf4e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46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c8b1006b04e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09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81d945b341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67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5da25d8894b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09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db5c367964a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4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f2c62845647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4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effe1edeb41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23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735fc056840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9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64ed4b99446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8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f69e8570a46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23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85e9f0cd14a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912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bdaabb15d44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440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44a052e1d4a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380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c24f4131a42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47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fe120426346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515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fff77766b41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365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3c6c72a644f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80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2026-07-18T00:39:08.5710000Z</dcterms:created>
  <dcterms:modified xsi:type="dcterms:W3CDTF">2026-07-18T00:39:08.5710000Z</dcterms:modified>
</coreProperties>
</file>